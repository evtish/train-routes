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1" r:id="rId6"/>
    <p:sldId id="262" r:id="rId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D8FCC"/>
    <a:srgbClr val="B6BDC3"/>
    <a:srgbClr val="BCC3C9"/>
    <a:srgbClr val="7DADC7"/>
    <a:srgbClr val="3A6A97"/>
    <a:srgbClr val="FF4A02"/>
    <a:srgbClr val="F92034"/>
    <a:srgbClr val="DAE3F3"/>
    <a:srgbClr val="FEAE82"/>
    <a:srgbClr val="FF7C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18" d="100"/>
          <a:sy n="118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diagrams/_rels/data1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_rels/drawing1.xml.rels><?xml version="1.0" encoding="UTF-8" standalone="yes"?>
<Relationships xmlns="http://schemas.openxmlformats.org/package/2006/relationships"><Relationship Id="rId5" Type="http://schemas.openxmlformats.org/officeDocument/2006/relationships/image" Target="../media/image9.jpeg"/><Relationship Id="rId4" Type="http://schemas.openxmlformats.org/officeDocument/2006/relationships/image" Target="../media/image8.jpeg"/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4">
  <dgm:title val=""/>
  <dgm:desc val=""/>
  <dgm:catLst>
    <dgm:cat type="accent1" pri="11400"/>
  </dgm:catLst>
  <dgm:styleLbl name="align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cycle">
      <a:schemeClr val="accent1">
        <a:shade val="50000"/>
      </a:schemeClr>
      <a:schemeClr val="accent1">
        <a:tint val="55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/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55000"/>
      </a:schemeClr>
    </dgm:fillClrLst>
    <dgm:linClrLst meth="repeat">
      <a:schemeClr val="accent1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1">
        <a:tint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ln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cycle">
      <a:schemeClr val="accent1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1">
        <a:shade val="50000"/>
      </a:schemeClr>
      <a:schemeClr val="accent1">
        <a:tint val="55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sibTrans2D1">
    <dgm:fillClrLst meth="cycle">
      <a:schemeClr val="accent1">
        <a:shade val="90000"/>
      </a:schemeClr>
      <a:schemeClr val="accent1">
        <a:tint val="50000"/>
      </a:schemeClr>
    </dgm:fillClrLst>
    <dgm:linClrLst meth="cycle"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1">
        <a:shade val="50000"/>
      </a:schemeClr>
      <a:schemeClr val="accent1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55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cycle">
      <a:schemeClr val="accent1">
        <a:shade val="80000"/>
        <a:alpha val="50000"/>
      </a:schemeClr>
      <a:schemeClr val="accent1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DC6A67C-B7DB-4E67-8D31-1C91D6C499EE}" type="doc">
      <dgm:prSet loTypeId="picture" loCatId="picture" qsTypeId="urn:microsoft.com/office/officeart/2005/8/quickstyle/3d4" qsCatId="3D" csTypeId="urn:microsoft.com/office/officeart/2005/8/colors/accent1_4" csCatId="accent1" phldr="1"/>
      <dgm:spPr/>
      <dgm:t>
        <a:bodyPr/>
        <a:lstStyle/>
        <a:p>
          <a:endParaRPr lang="ru-RU"/>
        </a:p>
      </dgm:t>
    </dgm:pt>
    <dgm:pt modelId="{57463007-647C-453A-80A3-CDF7A23427ED}">
      <dgm:prSet phldrT="[Текст]"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 err="1">
              <a:latin typeface="Arial Black" panose="020B0A04020102020204" pitchFamily="34" charset="0"/>
            </a:rPr>
            <a:t>Евтишенков</a:t>
          </a:r>
          <a:r>
            <a:rPr lang="ru-RU" sz="1600" b="1" dirty="0">
              <a:latin typeface="Arial Black" panose="020B0A04020102020204" pitchFamily="34" charset="0"/>
            </a:rPr>
            <a:t> Е.Р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9228F021-88CA-47A8-AD2C-418791055DBB}" cxnId="{63D2ECA4-B66C-4B6F-A7C5-DCB0E8FCAA03}" type="parTrans">
      <dgm:prSet/>
      <dgm:spPr/>
      <dgm:t>
        <a:bodyPr/>
        <a:lstStyle/>
        <a:p>
          <a:endParaRPr lang="ru-RU"/>
        </a:p>
      </dgm:t>
    </dgm:pt>
    <dgm:pt modelId="{F2BD4BD0-28A9-4603-807D-E39D30347747}" cxnId="{63D2ECA4-B66C-4B6F-A7C5-DCB0E8FCAA03}" type="sibTrans">
      <dgm:prSet/>
      <dgm:spPr/>
      <dgm:t>
        <a:bodyPr/>
        <a:lstStyle/>
        <a:p>
          <a:endParaRPr lang="ru-RU"/>
        </a:p>
      </dgm:t>
    </dgm:pt>
    <dgm:pt modelId="{681F647F-A394-4840-AF7D-012D6A6DE31C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800" dirty="0"/>
            <a:t>Написание кода и взаимодействие его с базой данных</a:t>
          </a:r>
          <a:r>
            <a:rPr lang="ru-RU" sz="1200" dirty="0"/>
            <a:t/>
          </a:r>
          <a:endParaRPr lang="ru-RU" sz="1200" dirty="0"/>
        </a:p>
      </dgm:t>
    </dgm:pt>
    <dgm:pt modelId="{2E3F4AFD-7AB6-4488-99DE-AA1C2D9ED9C8}" cxnId="{1A0CEE64-CA59-4573-A082-DA7F4D66E4B6}" type="parTrans">
      <dgm:prSet/>
      <dgm:spPr/>
    </dgm:pt>
    <dgm:pt modelId="{781E6918-729A-4D52-B448-35D82C8FF638}" cxnId="{1A0CEE64-CA59-4573-A082-DA7F4D66E4B6}" type="sibTrans">
      <dgm:prSet/>
      <dgm:spPr/>
    </dgm:pt>
    <dgm:pt modelId="{A95C8AFC-1EE7-4D9B-B910-9EE7C1D28B5F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200" dirty="0"/>
            <a:t/>
          </a:r>
          <a:endParaRPr lang="ru-RU" sz="1200" dirty="0"/>
        </a:p>
      </dgm:t>
    </dgm:pt>
    <dgm:pt modelId="{B9DDB78B-0E09-4F91-8656-4002A4B8CF0B}" cxnId="{8F5DF427-E85D-4CAB-8690-ACFFDB44520B}" type="parTrans">
      <dgm:prSet/>
      <dgm:spPr/>
    </dgm:pt>
    <dgm:pt modelId="{22A51BBD-6F38-4542-B6D4-31044D04B702}" cxnId="{8F5DF427-E85D-4CAB-8690-ACFFDB44520B}" type="sibTrans">
      <dgm:prSet/>
      <dgm:spPr/>
    </dgm:pt>
    <dgm:pt modelId="{3BD15C7D-77AD-44B7-B77E-0E34A58F2AD7}">
      <dgm:prSet phldr="0" custT="1"/>
      <dgm:spPr>
        <a:effectLst>
          <a:softEdge rad="635000"/>
        </a:effectLst>
      </dgm:spPr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Алымова А.В.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DD59A3C8-4CE3-497E-B18B-EA40C605254D}" cxnId="{965736AD-F642-45C7-9571-186DA23E3E20}" type="parTrans">
      <dgm:prSet/>
      <dgm:spPr/>
      <dgm:t>
        <a:bodyPr/>
        <a:lstStyle/>
        <a:p>
          <a:endParaRPr lang="ru-RU"/>
        </a:p>
      </dgm:t>
    </dgm:pt>
    <dgm:pt modelId="{1AC2D412-CE73-455B-B937-A78EAFBA86D5}" cxnId="{965736AD-F642-45C7-9571-186DA23E3E20}" type="sibTrans">
      <dgm:prSet/>
      <dgm:spPr/>
      <dgm:t>
        <a:bodyPr/>
        <a:lstStyle/>
        <a:p>
          <a:endParaRPr lang="ru-RU"/>
        </a:p>
      </dgm:t>
    </dgm:pt>
    <dgm:pt modelId="{A5D61FC5-F328-40A6-83C4-A1031B27FE89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600" dirty="0"/>
            <a:t>Собрала маршруты и добавила их в базу данных</a:t>
          </a:r>
          <a:r>
            <a:rPr sz="1600"/>
            <a:t/>
          </a:r>
          <a:endParaRPr sz="1600"/>
        </a:p>
      </dgm:t>
    </dgm:pt>
    <dgm:pt modelId="{D4903CDB-BFFF-44C3-8CBF-A1B152FE1F4D}" cxnId="{5F4B826A-9FD0-48B4-88A2-883BE219B0EF}" type="parTrans">
      <dgm:prSet/>
      <dgm:spPr/>
    </dgm:pt>
    <dgm:pt modelId="{8A98A95C-64DC-4831-B75B-B3BEA6CD9986}" cxnId="{5F4B826A-9FD0-48B4-88A2-883BE219B0EF}" type="sibTrans">
      <dgm:prSet/>
      <dgm:spPr/>
    </dgm:pt>
    <dgm:pt modelId="{E8BDFB21-49EF-4913-BA68-B49624CEEC4A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Бумбу В.Н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36DF3721-1920-4211-AAEC-C93481B96E81}" cxnId="{FC3D166A-CEDD-4697-8152-EC95CE0D5E8D}" type="parTrans">
      <dgm:prSet/>
      <dgm:spPr/>
      <dgm:t>
        <a:bodyPr/>
        <a:lstStyle/>
        <a:p>
          <a:endParaRPr lang="ru-RU"/>
        </a:p>
      </dgm:t>
    </dgm:pt>
    <dgm:pt modelId="{0B46515A-8796-4237-A73A-A95AC5F38E48}" cxnId="{FC3D166A-CEDD-4697-8152-EC95CE0D5E8D}" type="sibTrans">
      <dgm:prSet/>
      <dgm:spPr/>
      <dgm:t>
        <a:bodyPr/>
        <a:lstStyle/>
        <a:p>
          <a:endParaRPr lang="ru-RU"/>
        </a:p>
      </dgm:t>
    </dgm:pt>
    <dgm:pt modelId="{444A2B04-2D0B-4788-9E0F-E69C6568E086}">
      <dgm:prSet phldr="0" custT="1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800" dirty="0"/>
            <a:t>Создание презентации</a:t>
          </a:r>
          <a:r>
            <a:rPr sz="1800"/>
            <a:t/>
          </a:r>
          <a:endParaRPr sz="1800"/>
        </a:p>
      </dgm:t>
    </dgm:pt>
    <dgm:pt modelId="{E1729AEE-112A-4EC2-BCB4-B099B70B4D35}" cxnId="{E777926E-4534-40E4-A7BF-5CFE8D40C26C}" type="parTrans">
      <dgm:prSet/>
      <dgm:spPr/>
    </dgm:pt>
    <dgm:pt modelId="{AF2E98E9-DD75-419F-981F-4D6605362EA1}" cxnId="{E777926E-4534-40E4-A7BF-5CFE8D40C26C}" type="sibTrans">
      <dgm:prSet/>
      <dgm:spPr/>
    </dgm:pt>
    <dgm:pt modelId="{C25B6999-93D4-40D1-899F-9F5CD45CA792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Воскресенский К.А.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9E4E019F-C558-44B4-8471-AD8F6A240747}" cxnId="{250EEAB6-B801-408A-A71A-C9F38F2EBF99}" type="parTrans">
      <dgm:prSet/>
      <dgm:spPr/>
      <dgm:t>
        <a:bodyPr/>
        <a:lstStyle/>
        <a:p>
          <a:endParaRPr lang="ru-RU"/>
        </a:p>
      </dgm:t>
    </dgm:pt>
    <dgm:pt modelId="{7747CFCC-CAE5-4558-A767-E5EA053FDD0B}" cxnId="{250EEAB6-B801-408A-A71A-C9F38F2EBF99}" type="sibTrans">
      <dgm:prSet/>
      <dgm:spPr/>
      <dgm:t>
        <a:bodyPr/>
        <a:lstStyle/>
        <a:p>
          <a:endParaRPr lang="ru-RU"/>
        </a:p>
      </dgm:t>
    </dgm:pt>
    <dgm:pt modelId="{5FB59F79-30EC-47ED-9E7A-BC8939E92626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800" dirty="0"/>
            <a:t>Вывод билета в консоль</a:t>
          </a:r>
          <a:r>
            <a:rPr sz="1800"/>
            <a:t/>
          </a:r>
          <a:endParaRPr sz="1800"/>
        </a:p>
      </dgm:t>
    </dgm:pt>
    <dgm:pt modelId="{59C25992-67F4-4982-8114-B494B62D9D7C}" cxnId="{3DE12841-0C76-4B14-9218-48A61D9EEC8B}" type="parTrans">
      <dgm:prSet/>
      <dgm:spPr/>
    </dgm:pt>
    <dgm:pt modelId="{C821A825-0A3B-4E23-8D96-A96F04A9E1DE}" cxnId="{3DE12841-0C76-4B14-9218-48A61D9EEC8B}" type="sibTrans">
      <dgm:prSet/>
      <dgm:spPr/>
    </dgm:pt>
    <dgm:pt modelId="{A0E890DA-F3E7-49F6-AE5B-BCA6DA315222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latin typeface="Arial Black" panose="020B0A04020102020204" pitchFamily="34" charset="0"/>
            </a:rPr>
            <a:t>Шустикова К.Е.</a:t>
          </a:r>
          <a:r>
            <a:rPr lang="ru-RU" sz="1600" b="1" dirty="0">
              <a:latin typeface="Arial Black" panose="020B0A04020102020204" pitchFamily="34" charset="0"/>
            </a:rPr>
            <a:t/>
          </a:r>
          <a:endParaRPr lang="ru-RU" sz="1600" b="1" dirty="0">
            <a:latin typeface="Arial Black" panose="020B0A04020102020204" pitchFamily="34" charset="0"/>
          </a:endParaRPr>
        </a:p>
      </dgm:t>
    </dgm:pt>
    <dgm:pt modelId="{E8453D23-C0DB-439B-B338-D909F9B23F47}" cxnId="{A75F4AC0-8A1B-4A0A-A672-6D7FA96237BD}" type="parTrans">
      <dgm:prSet/>
      <dgm:spPr/>
      <dgm:t>
        <a:bodyPr/>
        <a:lstStyle/>
        <a:p>
          <a:endParaRPr lang="ru-RU"/>
        </a:p>
      </dgm:t>
    </dgm:pt>
    <dgm:pt modelId="{07353414-F0B7-4B0E-9391-0A50001A9A76}" cxnId="{A75F4AC0-8A1B-4A0A-A672-6D7FA96237BD}" type="sibTrans">
      <dgm:prSet/>
      <dgm:spPr/>
      <dgm:t>
        <a:bodyPr/>
        <a:lstStyle/>
        <a:p>
          <a:endParaRPr lang="ru-RU"/>
        </a:p>
      </dgm:t>
    </dgm:pt>
    <dgm:pt modelId="{800230E1-E000-4762-BA26-82B059D3253D}">
      <dgm:prSet phldr="0" custT="1"/>
      <dgm:spPr/>
      <dgm:t>
        <a:bodyPr vert="horz" wrap="square"/>
        <a:p>
          <a:pPr algn="l">
            <a:lnSpc>
              <a:spcPct val="100000"/>
            </a:lnSpc>
            <a:spcBef>
              <a:spcPct val="0"/>
            </a:spcBef>
            <a:spcAft>
              <a:spcPct val="15000"/>
            </a:spcAft>
          </a:pPr>
          <a:r>
            <a:rPr lang="ru-RU" sz="1600" dirty="0"/>
            <a:t>С</a:t>
          </a:r>
          <a:r>
            <a:rPr lang="ru-RU" sz="1600" dirty="0"/>
            <a:t>оздала карту железой дороги</a:t>
          </a:r>
          <a:r>
            <a:rPr lang="ru-RU" sz="1600" dirty="0"/>
            <a:t/>
          </a:r>
          <a:endParaRPr lang="ru-RU" sz="1600" dirty="0"/>
        </a:p>
      </dgm:t>
    </dgm:pt>
    <dgm:pt modelId="{0E9C8FA1-C978-4C9E-9EF7-493F7DD5A501}" cxnId="{045BDF53-37FF-4622-8E38-4B1CEE9D9133}" type="parTrans">
      <dgm:prSet/>
      <dgm:spPr/>
    </dgm:pt>
    <dgm:pt modelId="{4631123C-E244-4947-B3FC-7656AD961D98}" cxnId="{045BDF53-37FF-4622-8E38-4B1CEE9D9133}" type="sibTrans">
      <dgm:prSet/>
      <dgm:spPr/>
    </dgm:pt>
    <dgm:pt modelId="{4904EA91-8962-426B-8136-4B6EC765C5B2}" type="pres">
      <dgm:prSet presAssocID="{5DC6A67C-B7DB-4E67-8D31-1C91D6C499EE}" presName="Name0" presStyleCnt="0">
        <dgm:presLayoutVars>
          <dgm:dir/>
          <dgm:resizeHandles val="exact"/>
        </dgm:presLayoutVars>
      </dgm:prSet>
      <dgm:spPr/>
    </dgm:pt>
    <dgm:pt modelId="{B0C3AB76-42F3-43FA-9201-C2B8E1AE7A2C}" type="pres">
      <dgm:prSet presAssocID="{57463007-647C-453A-80A3-CDF7A23427ED}" presName="compNode" presStyleCnt="0"/>
      <dgm:spPr/>
    </dgm:pt>
    <dgm:pt modelId="{B9DF6F4A-DE26-49F1-B1CF-CEF20A83574A}" type="pres">
      <dgm:prSet presAssocID="{57463007-647C-453A-80A3-CDF7A23427ED}" presName="pictRect" presStyleLbl="node1" presStyleIdx="0" presStyleCnt="5" custLinFactY="51042" custLinFactNeighborX="40817" custLinFactNeighborY="100000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</dgm:spPr>
    </dgm:pt>
    <dgm:pt modelId="{B4103969-642A-45E1-802B-B84F403F0FDA}" type="pres">
      <dgm:prSet presAssocID="{57463007-647C-453A-80A3-CDF7A23427ED}" presName="textRect" presStyleLbl="revTx" presStyleIdx="0" presStyleCnt="5" custLinFactY="100000" custLinFactNeighborX="41431" custLinFactNeighborY="195472">
        <dgm:presLayoutVars>
          <dgm:bulletEnabled val="1"/>
        </dgm:presLayoutVars>
      </dgm:prSet>
      <dgm:spPr/>
    </dgm:pt>
    <dgm:pt modelId="{2EF75B9F-2CED-43F2-BED8-ECADC4821D15}" type="pres">
      <dgm:prSet presAssocID="{F2BD4BD0-28A9-4603-807D-E39D30347747}" presName="sibTrans" presStyleCnt="0"/>
      <dgm:spPr/>
    </dgm:pt>
    <dgm:pt modelId="{74D1D4BF-F070-4789-92D4-ACDC0C749337}" type="pres">
      <dgm:prSet presAssocID="{3BD15C7D-77AD-44B7-B77E-0E34A58F2AD7}" presName="compNode" presStyleCnt="0"/>
      <dgm:spPr/>
    </dgm:pt>
    <dgm:pt modelId="{045F976B-ED72-439E-9835-64E1C1B6FA59}" type="pres">
      <dgm:prSet presAssocID="{3BD15C7D-77AD-44B7-B77E-0E34A58F2AD7}" presName="pictRect" presStyleLbl="node1" presStyleIdx="1" presStyleCnt="5" custLinFactX="-34365" custLinFactNeighborX="-100000" custLinFactNeighborY="-262"/>
      <dgm:spPr>
        <a:blipFill>
          <a:blip xmlns:r="http://schemas.openxmlformats.org/officeDocument/2006/relationships" r:embed="rId2"/>
          <a:srcRect/>
          <a:stretch>
            <a:fillRect t="-23000" b="-23000"/>
          </a:stretch>
        </a:blipFill>
      </dgm:spPr>
    </dgm:pt>
    <dgm:pt modelId="{EF34FD52-CB84-4797-90EC-48E4419E120F}" type="pres">
      <dgm:prSet presAssocID="{3BD15C7D-77AD-44B7-B77E-0E34A58F2AD7}" presName="textRect" presStyleLbl="revTx" presStyleIdx="1" presStyleCnt="5" custLinFactX="-34278" custLinFactNeighborX="-100000" custLinFactNeighborY="1496">
        <dgm:presLayoutVars>
          <dgm:bulletEnabled val="1"/>
        </dgm:presLayoutVars>
      </dgm:prSet>
      <dgm:spPr/>
    </dgm:pt>
    <dgm:pt modelId="{DD61D59D-3805-457A-80F3-0AA218CE72B9}" type="pres">
      <dgm:prSet presAssocID="{1AC2D412-CE73-455B-B937-A78EAFBA86D5}" presName="sibTrans" presStyleCnt="0"/>
      <dgm:spPr/>
    </dgm:pt>
    <dgm:pt modelId="{891D2D2D-4177-4087-90D4-01105B42E777}" type="pres">
      <dgm:prSet presAssocID="{E8BDFB21-49EF-4913-BA68-B49624CEEC4A}" presName="compNode" presStyleCnt="0"/>
      <dgm:spPr/>
    </dgm:pt>
    <dgm:pt modelId="{72922B12-AA57-4A55-B99D-C381B3F28AAB}" type="pres">
      <dgm:prSet presAssocID="{E8BDFB21-49EF-4913-BA68-B49624CEEC4A}" presName="pictRect" presStyleLbl="node1" presStyleIdx="2" presStyleCnt="5" custScaleY="100777" custLinFactX="-1603" custLinFactNeighborX="-100000" custLinFactNeighborY="-68"/>
      <dgm:spPr>
        <a:blipFill>
          <a:blip xmlns:r="http://schemas.openxmlformats.org/officeDocument/2006/relationships" r:embed="rId3"/>
          <a:srcRect/>
          <a:stretch>
            <a:fillRect t="-23000" b="-23000"/>
          </a:stretch>
        </a:blipFill>
      </dgm:spPr>
    </dgm:pt>
    <dgm:pt modelId="{B4ED30BC-1373-4DCF-AE31-8749237D5352}" type="pres">
      <dgm:prSet presAssocID="{E8BDFB21-49EF-4913-BA68-B49624CEEC4A}" presName="textRect" presStyleLbl="revTx" presStyleIdx="2" presStyleCnt="5" custLinFactNeighborX="-96391" custLinFactNeighborY="5996">
        <dgm:presLayoutVars>
          <dgm:bulletEnabled val="1"/>
        </dgm:presLayoutVars>
      </dgm:prSet>
      <dgm:spPr/>
    </dgm:pt>
    <dgm:pt modelId="{39A4830D-0AD5-4D3B-A072-AC60294581C9}" type="pres">
      <dgm:prSet presAssocID="{0B46515A-8796-4237-A73A-A95AC5F38E48}" presName="sibTrans" presStyleCnt="0"/>
      <dgm:spPr/>
    </dgm:pt>
    <dgm:pt modelId="{97B786FF-9540-4B81-AFA6-A773509E4EA4}" type="pres">
      <dgm:prSet presAssocID="{C25B6999-93D4-40D1-899F-9F5CD45CA792}" presName="compNode" presStyleCnt="0"/>
      <dgm:spPr/>
    </dgm:pt>
    <dgm:pt modelId="{55F78D99-35DA-41B7-A5F3-1B617C4E7DE0}" type="pres">
      <dgm:prSet presAssocID="{C25B6999-93D4-40D1-899F-9F5CD45CA792}" presName="pictRect" presStyleLbl="node1" presStyleIdx="3" presStyleCnt="5" custLinFactX="51404" custLinFactNeighborX="100000" custLinFactNeighborY="-10862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DD3704A3-72BA-4C9C-A22F-08E238E13986}" type="pres">
      <dgm:prSet presAssocID="{C25B6999-93D4-40D1-899F-9F5CD45CA792}" presName="textRect" presStyleLbl="revTx" presStyleIdx="3" presStyleCnt="5" custLinFactX="60573" custLinFactNeighborX="100000" custLinFactNeighborY="-8986">
        <dgm:presLayoutVars>
          <dgm:bulletEnabled val="1"/>
        </dgm:presLayoutVars>
      </dgm:prSet>
      <dgm:spPr/>
    </dgm:pt>
    <dgm:pt modelId="{DBE794B8-B3B1-4CAE-8BEC-D37696544949}" type="pres">
      <dgm:prSet presAssocID="{7747CFCC-CAE5-4558-A767-E5EA053FDD0B}" presName="sibTrans" presStyleCnt="0"/>
      <dgm:spPr/>
    </dgm:pt>
    <dgm:pt modelId="{D0B8B16A-E4F6-4500-B6DE-C89436C6D5F2}" type="pres">
      <dgm:prSet presAssocID="{A0E890DA-F3E7-49F6-AE5B-BCA6DA315222}" presName="compNode" presStyleCnt="0"/>
      <dgm:spPr/>
    </dgm:pt>
    <dgm:pt modelId="{CC545342-D9E2-439B-9651-0D0CE1358374}" type="pres">
      <dgm:prSet presAssocID="{A0E890DA-F3E7-49F6-AE5B-BCA6DA315222}" presName="pictRect" presStyleLbl="node1" presStyleIdx="4" presStyleCnt="5" custLinFactX="10011" custLinFactY="-65313" custLinFactNeighborX="100000" custLinFactNeighborY="-100000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</dgm:spPr>
    </dgm:pt>
    <dgm:pt modelId="{FDC3B02F-3008-48F6-AC69-D72EF03BB98F}" type="pres">
      <dgm:prSet presAssocID="{A0E890DA-F3E7-49F6-AE5B-BCA6DA315222}" presName="textRect" presStyleLbl="revTx" presStyleIdx="4" presStyleCnt="5" custLinFactX="5289" custLinFactY="-100000" custLinFactNeighborX="100000" custLinFactNeighborY="-198024">
        <dgm:presLayoutVars>
          <dgm:bulletEnabled val="1"/>
        </dgm:presLayoutVars>
      </dgm:prSet>
      <dgm:spPr/>
    </dgm:pt>
  </dgm:ptLst>
  <dgm:cxnLst>
    <dgm:cxn modelId="{63D2ECA4-B66C-4B6F-A7C5-DCB0E8FCAA03}" srcId="{5DC6A67C-B7DB-4E67-8D31-1C91D6C499EE}" destId="{57463007-647C-453A-80A3-CDF7A23427ED}" srcOrd="0" destOrd="0" parTransId="{9228F021-88CA-47A8-AD2C-418791055DBB}" sibTransId="{F2BD4BD0-28A9-4603-807D-E39D30347747}"/>
    <dgm:cxn modelId="{1A0CEE64-CA59-4573-A082-DA7F4D66E4B6}" srcId="{57463007-647C-453A-80A3-CDF7A23427ED}" destId="{681F647F-A394-4840-AF7D-012D6A6DE31C}" srcOrd="0" destOrd="0" parTransId="{2E3F4AFD-7AB6-4488-99DE-AA1C2D9ED9C8}" sibTransId="{781E6918-729A-4D52-B448-35D82C8FF638}"/>
    <dgm:cxn modelId="{8F5DF427-E85D-4CAB-8690-ACFFDB44520B}" srcId="{57463007-647C-453A-80A3-CDF7A23427ED}" destId="{A95C8AFC-1EE7-4D9B-B910-9EE7C1D28B5F}" srcOrd="1" destOrd="0" parTransId="{B9DDB78B-0E09-4F91-8656-4002A4B8CF0B}" sibTransId="{22A51BBD-6F38-4542-B6D4-31044D04B702}"/>
    <dgm:cxn modelId="{965736AD-F642-45C7-9571-186DA23E3E20}" srcId="{5DC6A67C-B7DB-4E67-8D31-1C91D6C499EE}" destId="{3BD15C7D-77AD-44B7-B77E-0E34A58F2AD7}" srcOrd="1" destOrd="0" parTransId="{DD59A3C8-4CE3-497E-B18B-EA40C605254D}" sibTransId="{1AC2D412-CE73-455B-B937-A78EAFBA86D5}"/>
    <dgm:cxn modelId="{5F4B826A-9FD0-48B4-88A2-883BE219B0EF}" srcId="{3BD15C7D-77AD-44B7-B77E-0E34A58F2AD7}" destId="{A5D61FC5-F328-40A6-83C4-A1031B27FE89}" srcOrd="0" destOrd="1" parTransId="{D4903CDB-BFFF-44C3-8CBF-A1B152FE1F4D}" sibTransId="{8A98A95C-64DC-4831-B75B-B3BEA6CD9986}"/>
    <dgm:cxn modelId="{FC3D166A-CEDD-4697-8152-EC95CE0D5E8D}" srcId="{5DC6A67C-B7DB-4E67-8D31-1C91D6C499EE}" destId="{E8BDFB21-49EF-4913-BA68-B49624CEEC4A}" srcOrd="2" destOrd="0" parTransId="{36DF3721-1920-4211-AAEC-C93481B96E81}" sibTransId="{0B46515A-8796-4237-A73A-A95AC5F38E48}"/>
    <dgm:cxn modelId="{E777926E-4534-40E4-A7BF-5CFE8D40C26C}" srcId="{E8BDFB21-49EF-4913-BA68-B49624CEEC4A}" destId="{444A2B04-2D0B-4788-9E0F-E69C6568E086}" srcOrd="0" destOrd="2" parTransId="{E1729AEE-112A-4EC2-BCB4-B099B70B4D35}" sibTransId="{AF2E98E9-DD75-419F-981F-4D6605362EA1}"/>
    <dgm:cxn modelId="{250EEAB6-B801-408A-A71A-C9F38F2EBF99}" srcId="{5DC6A67C-B7DB-4E67-8D31-1C91D6C499EE}" destId="{C25B6999-93D4-40D1-899F-9F5CD45CA792}" srcOrd="3" destOrd="0" parTransId="{9E4E019F-C558-44B4-8471-AD8F6A240747}" sibTransId="{7747CFCC-CAE5-4558-A767-E5EA053FDD0B}"/>
    <dgm:cxn modelId="{3DE12841-0C76-4B14-9218-48A61D9EEC8B}" srcId="{C25B6999-93D4-40D1-899F-9F5CD45CA792}" destId="{5FB59F79-30EC-47ED-9E7A-BC8939E92626}" srcOrd="0" destOrd="3" parTransId="{59C25992-67F4-4982-8114-B494B62D9D7C}" sibTransId="{C821A825-0A3B-4E23-8D96-A96F04A9E1DE}"/>
    <dgm:cxn modelId="{A75F4AC0-8A1B-4A0A-A672-6D7FA96237BD}" srcId="{5DC6A67C-B7DB-4E67-8D31-1C91D6C499EE}" destId="{A0E890DA-F3E7-49F6-AE5B-BCA6DA315222}" srcOrd="4" destOrd="0" parTransId="{E8453D23-C0DB-439B-B338-D909F9B23F47}" sibTransId="{07353414-F0B7-4B0E-9391-0A50001A9A76}"/>
    <dgm:cxn modelId="{045BDF53-37FF-4622-8E38-4B1CEE9D9133}" srcId="{A0E890DA-F3E7-49F6-AE5B-BCA6DA315222}" destId="{800230E1-E000-4762-BA26-82B059D3253D}" srcOrd="0" destOrd="4" parTransId="{0E9C8FA1-C978-4C9E-9EF7-493F7DD5A501}" sibTransId="{4631123C-E244-4947-B3FC-7656AD961D98}"/>
    <dgm:cxn modelId="{125F771D-D787-42DC-A9FE-1B7064DD7A2B}" type="presOf" srcId="{5DC6A67C-B7DB-4E67-8D31-1C91D6C499EE}" destId="{4904EA91-8962-426B-8136-4B6EC765C5B2}" srcOrd="0" destOrd="0" presId="urn:microsoft.com/office/officeart/2005/8/layout/pList1"/>
    <dgm:cxn modelId="{AFD3F47C-A62E-409A-97F4-B0CE13D5214F}" type="presParOf" srcId="{4904EA91-8962-426B-8136-4B6EC765C5B2}" destId="{B0C3AB76-42F3-43FA-9201-C2B8E1AE7A2C}" srcOrd="0" destOrd="0" presId="urn:microsoft.com/office/officeart/2005/8/layout/pList1"/>
    <dgm:cxn modelId="{0A27579A-3CE7-4E08-9E45-75C56CDC52FA}" type="presOf" srcId="{57463007-647C-453A-80A3-CDF7A23427ED}" destId="{B0C3AB76-42F3-43FA-9201-C2B8E1AE7A2C}" srcOrd="0" destOrd="0" presId="urn:microsoft.com/office/officeart/2005/8/layout/pList1"/>
    <dgm:cxn modelId="{9532087A-5531-41E0-9A96-E9A6B246C42A}" type="presParOf" srcId="{B0C3AB76-42F3-43FA-9201-C2B8E1AE7A2C}" destId="{B9DF6F4A-DE26-49F1-B1CF-CEF20A83574A}" srcOrd="0" destOrd="0" presId="urn:microsoft.com/office/officeart/2005/8/layout/pList1"/>
    <dgm:cxn modelId="{173186C5-0EB5-40E6-9643-5E6AE4C42D57}" type="presParOf" srcId="{B0C3AB76-42F3-43FA-9201-C2B8E1AE7A2C}" destId="{B4103969-642A-45E1-802B-B84F403F0FDA}" srcOrd="1" destOrd="0" presId="urn:microsoft.com/office/officeart/2005/8/layout/pList1"/>
    <dgm:cxn modelId="{6275671E-2E9C-4F8C-B91C-E1B88A20781E}" type="presOf" srcId="{57463007-647C-453A-80A3-CDF7A23427ED}" destId="{B4103969-642A-45E1-802B-B84F403F0FDA}" srcOrd="0" destOrd="0" presId="urn:microsoft.com/office/officeart/2005/8/layout/pList1"/>
    <dgm:cxn modelId="{6DD006C3-8F3B-4EAB-8224-557668F6DC7C}" type="presOf" srcId="{681F647F-A394-4840-AF7D-012D6A6DE31C}" destId="{B4103969-642A-45E1-802B-B84F403F0FDA}" srcOrd="0" destOrd="1" presId="urn:microsoft.com/office/officeart/2005/8/layout/pList1"/>
    <dgm:cxn modelId="{66DCB4C4-E170-4E06-9C98-9C17AD00C8EA}" type="presOf" srcId="{A95C8AFC-1EE7-4D9B-B910-9EE7C1D28B5F}" destId="{B4103969-642A-45E1-802B-B84F403F0FDA}" srcOrd="0" destOrd="2" presId="urn:microsoft.com/office/officeart/2005/8/layout/pList1"/>
    <dgm:cxn modelId="{2F02F6B8-7FD0-4ED8-BF8A-3EEE194B58E3}" type="presParOf" srcId="{4904EA91-8962-426B-8136-4B6EC765C5B2}" destId="{2EF75B9F-2CED-43F2-BED8-ECADC4821D15}" srcOrd="1" destOrd="0" presId="urn:microsoft.com/office/officeart/2005/8/layout/pList1"/>
    <dgm:cxn modelId="{63308F8D-F131-4B8E-BC80-7C28B2D4C61C}" type="presOf" srcId="{F2BD4BD0-28A9-4603-807D-E39D30347747}" destId="{2EF75B9F-2CED-43F2-BED8-ECADC4821D15}" srcOrd="0" destOrd="0" presId="urn:microsoft.com/office/officeart/2005/8/layout/pList1"/>
    <dgm:cxn modelId="{46F2D673-AD45-4C4E-B0A8-EA6915667F87}" type="presParOf" srcId="{4904EA91-8962-426B-8136-4B6EC765C5B2}" destId="{74D1D4BF-F070-4789-92D4-ACDC0C749337}" srcOrd="2" destOrd="0" presId="urn:microsoft.com/office/officeart/2005/8/layout/pList1"/>
    <dgm:cxn modelId="{AE0DC7C0-37CB-4F19-8132-A6111FFAD724}" type="presOf" srcId="{3BD15C7D-77AD-44B7-B77E-0E34A58F2AD7}" destId="{74D1D4BF-F070-4789-92D4-ACDC0C749337}" srcOrd="0" destOrd="0" presId="urn:microsoft.com/office/officeart/2005/8/layout/pList1"/>
    <dgm:cxn modelId="{69496179-D0EE-4EBC-AFC4-7B78F4F4E4A1}" type="presParOf" srcId="{74D1D4BF-F070-4789-92D4-ACDC0C749337}" destId="{045F976B-ED72-439E-9835-64E1C1B6FA59}" srcOrd="0" destOrd="2" presId="urn:microsoft.com/office/officeart/2005/8/layout/pList1"/>
    <dgm:cxn modelId="{63DEF945-7A1E-46EF-A416-2B5927B49A55}" type="presParOf" srcId="{74D1D4BF-F070-4789-92D4-ACDC0C749337}" destId="{EF34FD52-CB84-4797-90EC-48E4419E120F}" srcOrd="1" destOrd="2" presId="urn:microsoft.com/office/officeart/2005/8/layout/pList1"/>
    <dgm:cxn modelId="{04D19C2B-310B-42E1-A703-D96C628542BB}" type="presOf" srcId="{3BD15C7D-77AD-44B7-B77E-0E34A58F2AD7}" destId="{EF34FD52-CB84-4797-90EC-48E4419E120F}" srcOrd="0" destOrd="0" presId="urn:microsoft.com/office/officeart/2005/8/layout/pList1"/>
    <dgm:cxn modelId="{FE50C39E-A03B-4901-9CCD-CC356E259C29}" type="presOf" srcId="{A5D61FC5-F328-40A6-83C4-A1031B27FE89}" destId="{EF34FD52-CB84-4797-90EC-48E4419E120F}" srcOrd="0" destOrd="1" presId="urn:microsoft.com/office/officeart/2005/8/layout/pList1"/>
    <dgm:cxn modelId="{CB0FFE7E-E303-4FC2-9E5F-5ACF2E11E76A}" type="presParOf" srcId="{4904EA91-8962-426B-8136-4B6EC765C5B2}" destId="{DD61D59D-3805-457A-80F3-0AA218CE72B9}" srcOrd="3" destOrd="0" presId="urn:microsoft.com/office/officeart/2005/8/layout/pList1"/>
    <dgm:cxn modelId="{E01AF514-27FD-45A6-ACAA-6B81DE74608F}" type="presOf" srcId="{1AC2D412-CE73-455B-B937-A78EAFBA86D5}" destId="{DD61D59D-3805-457A-80F3-0AA218CE72B9}" srcOrd="0" destOrd="0" presId="urn:microsoft.com/office/officeart/2005/8/layout/pList1"/>
    <dgm:cxn modelId="{7B441C12-D42C-428F-8B07-EFB5F6BA3E8C}" type="presParOf" srcId="{4904EA91-8962-426B-8136-4B6EC765C5B2}" destId="{891D2D2D-4177-4087-90D4-01105B42E777}" srcOrd="4" destOrd="0" presId="urn:microsoft.com/office/officeart/2005/8/layout/pList1"/>
    <dgm:cxn modelId="{5F056601-AB80-4A91-AB03-2BB4655887F0}" type="presOf" srcId="{E8BDFB21-49EF-4913-BA68-B49624CEEC4A}" destId="{891D2D2D-4177-4087-90D4-01105B42E777}" srcOrd="0" destOrd="0" presId="urn:microsoft.com/office/officeart/2005/8/layout/pList1"/>
    <dgm:cxn modelId="{C779E96F-8113-410F-9E4B-C1719276FB31}" type="presParOf" srcId="{891D2D2D-4177-4087-90D4-01105B42E777}" destId="{72922B12-AA57-4A55-B99D-C381B3F28AAB}" srcOrd="0" destOrd="4" presId="urn:microsoft.com/office/officeart/2005/8/layout/pList1"/>
    <dgm:cxn modelId="{2DFC1582-1A16-4EAC-B668-364C17A8E666}" type="presParOf" srcId="{891D2D2D-4177-4087-90D4-01105B42E777}" destId="{B4ED30BC-1373-4DCF-AE31-8749237D5352}" srcOrd="1" destOrd="4" presId="urn:microsoft.com/office/officeart/2005/8/layout/pList1"/>
    <dgm:cxn modelId="{97B4A1FC-35E2-471B-9A16-CE4EF50F76CA}" type="presOf" srcId="{E8BDFB21-49EF-4913-BA68-B49624CEEC4A}" destId="{B4ED30BC-1373-4DCF-AE31-8749237D5352}" srcOrd="0" destOrd="0" presId="urn:microsoft.com/office/officeart/2005/8/layout/pList1"/>
    <dgm:cxn modelId="{6A718EE9-74F0-42F3-BF03-71FEB9D3F4E6}" type="presOf" srcId="{444A2B04-2D0B-4788-9E0F-E69C6568E086}" destId="{B4ED30BC-1373-4DCF-AE31-8749237D5352}" srcOrd="0" destOrd="1" presId="urn:microsoft.com/office/officeart/2005/8/layout/pList1"/>
    <dgm:cxn modelId="{6A2A2CEE-1669-4859-A3F3-2A6699B0EE82}" type="presParOf" srcId="{4904EA91-8962-426B-8136-4B6EC765C5B2}" destId="{39A4830D-0AD5-4D3B-A072-AC60294581C9}" srcOrd="5" destOrd="0" presId="urn:microsoft.com/office/officeart/2005/8/layout/pList1"/>
    <dgm:cxn modelId="{528D4FEE-DD70-4023-990B-37B2D4254300}" type="presOf" srcId="{0B46515A-8796-4237-A73A-A95AC5F38E48}" destId="{39A4830D-0AD5-4D3B-A072-AC60294581C9}" srcOrd="0" destOrd="0" presId="urn:microsoft.com/office/officeart/2005/8/layout/pList1"/>
    <dgm:cxn modelId="{651EC30A-B009-4D1F-A795-6F68D6B87866}" type="presParOf" srcId="{4904EA91-8962-426B-8136-4B6EC765C5B2}" destId="{97B786FF-9540-4B81-AFA6-A773509E4EA4}" srcOrd="6" destOrd="0" presId="urn:microsoft.com/office/officeart/2005/8/layout/pList1"/>
    <dgm:cxn modelId="{F2076011-963D-41D1-B147-9F12F4BE6C63}" type="presOf" srcId="{C25B6999-93D4-40D1-899F-9F5CD45CA792}" destId="{97B786FF-9540-4B81-AFA6-A773509E4EA4}" srcOrd="0" destOrd="0" presId="urn:microsoft.com/office/officeart/2005/8/layout/pList1"/>
    <dgm:cxn modelId="{BEFD5852-FF3C-4424-8D95-39D37DC4FD2D}" type="presParOf" srcId="{97B786FF-9540-4B81-AFA6-A773509E4EA4}" destId="{55F78D99-35DA-41B7-A5F3-1B617C4E7DE0}" srcOrd="0" destOrd="6" presId="urn:microsoft.com/office/officeart/2005/8/layout/pList1"/>
    <dgm:cxn modelId="{BB2970A6-EFD3-4A1C-8EF1-CD31B903012F}" type="presParOf" srcId="{97B786FF-9540-4B81-AFA6-A773509E4EA4}" destId="{DD3704A3-72BA-4C9C-A22F-08E238E13986}" srcOrd="1" destOrd="6" presId="urn:microsoft.com/office/officeart/2005/8/layout/pList1"/>
    <dgm:cxn modelId="{EA70A488-268F-41BD-BF2C-DC340CDC99FF}" type="presOf" srcId="{C25B6999-93D4-40D1-899F-9F5CD45CA792}" destId="{DD3704A3-72BA-4C9C-A22F-08E238E13986}" srcOrd="0" destOrd="0" presId="urn:microsoft.com/office/officeart/2005/8/layout/pList1"/>
    <dgm:cxn modelId="{CCD0ECAD-4B04-433B-8459-097EA77063EE}" type="presOf" srcId="{5FB59F79-30EC-47ED-9E7A-BC8939E92626}" destId="{DD3704A3-72BA-4C9C-A22F-08E238E13986}" srcOrd="0" destOrd="1" presId="urn:microsoft.com/office/officeart/2005/8/layout/pList1"/>
    <dgm:cxn modelId="{40122669-7168-4B83-AEDF-B0C61E7F0AD6}" type="presParOf" srcId="{4904EA91-8962-426B-8136-4B6EC765C5B2}" destId="{DBE794B8-B3B1-4CAE-8BEC-D37696544949}" srcOrd="7" destOrd="0" presId="urn:microsoft.com/office/officeart/2005/8/layout/pList1"/>
    <dgm:cxn modelId="{A2235FCB-74DF-46E4-B2B2-D8795495EEE1}" type="presOf" srcId="{7747CFCC-CAE5-4558-A767-E5EA053FDD0B}" destId="{DBE794B8-B3B1-4CAE-8BEC-D37696544949}" srcOrd="0" destOrd="0" presId="urn:microsoft.com/office/officeart/2005/8/layout/pList1"/>
    <dgm:cxn modelId="{4269A0F2-3C5D-4D1A-8139-1FA8BF3D6B7F}" type="presParOf" srcId="{4904EA91-8962-426B-8136-4B6EC765C5B2}" destId="{D0B8B16A-E4F6-4500-B6DE-C89436C6D5F2}" srcOrd="8" destOrd="0" presId="urn:microsoft.com/office/officeart/2005/8/layout/pList1"/>
    <dgm:cxn modelId="{B730F037-8714-4474-BB88-C2E4DE82488D}" type="presOf" srcId="{A0E890DA-F3E7-49F6-AE5B-BCA6DA315222}" destId="{D0B8B16A-E4F6-4500-B6DE-C89436C6D5F2}" srcOrd="0" destOrd="0" presId="urn:microsoft.com/office/officeart/2005/8/layout/pList1"/>
    <dgm:cxn modelId="{053E55EC-F3CE-4872-B130-A2B7E1D09372}" type="presParOf" srcId="{D0B8B16A-E4F6-4500-B6DE-C89436C6D5F2}" destId="{CC545342-D9E2-439B-9651-0D0CE1358374}" srcOrd="0" destOrd="8" presId="urn:microsoft.com/office/officeart/2005/8/layout/pList1"/>
    <dgm:cxn modelId="{95507351-BAC5-4516-83F6-6E3D8BBD0DF2}" type="presParOf" srcId="{D0B8B16A-E4F6-4500-B6DE-C89436C6D5F2}" destId="{FDC3B02F-3008-48F6-AC69-D72EF03BB98F}" srcOrd="1" destOrd="8" presId="urn:microsoft.com/office/officeart/2005/8/layout/pList1"/>
    <dgm:cxn modelId="{0995DF61-AAE3-40E2-9F03-4CDB43959EE1}" type="presOf" srcId="{A0E890DA-F3E7-49F6-AE5B-BCA6DA315222}" destId="{FDC3B02F-3008-48F6-AC69-D72EF03BB98F}" srcOrd="0" destOrd="0" presId="urn:microsoft.com/office/officeart/2005/8/layout/pList1"/>
    <dgm:cxn modelId="{BFB87457-FFE2-40B1-B943-6DDA253EE89D}" type="presOf" srcId="{800230E1-E000-4762-BA26-82B059D3253D}" destId="{FDC3B02F-3008-48F6-AC69-D72EF03BB98F}" srcOrd="0" destOrd="1" presId="urn:microsoft.com/office/officeart/2005/8/layout/pList1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Группа 1"/>
      <dsp:cNvGrpSpPr/>
    </dsp:nvGrpSpPr>
    <dsp:grpSpPr>
      <a:xfrm>
        <a:off x="0" y="0"/>
        <a:ext cx="12192000" cy="6477000"/>
        <a:chOff x="0" y="0"/>
        <a:chExt cx="12192000" cy="6477000"/>
      </a:xfrm>
    </dsp:grpSpPr>
    <dsp:sp modelId="{B9DF6F4A-DE26-49F1-B1CF-CEF20A83574A}">
      <dsp:nvSpPr>
        <dsp:cNvPr id="3" name="Скругленный прямоугольник 2"/>
        <dsp:cNvSpPr/>
      </dsp:nvSpPr>
      <dsp:spPr bwMode="white">
        <a:xfrm>
          <a:off x="2623161" y="3039032"/>
          <a:ext cx="2921757" cy="2013936"/>
        </a:xfrm>
        <a:prstGeom prst="roundRect">
          <a:avLst/>
        </a:prstGeom>
        <a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1000" b="-21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shade val="50000"/>
            <a:hueOff val="0"/>
            <a:satOff val="0"/>
            <a:lumOff val="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2623161" y="3039032"/>
        <a:ext cx="2921757" cy="2013936"/>
      </dsp:txXfrm>
    </dsp:sp>
    <dsp:sp modelId="{B4103969-642A-45E1-802B-B84F403F0FDA}">
      <dsp:nvSpPr>
        <dsp:cNvPr id="4" name="Прямоугольник 3"/>
        <dsp:cNvSpPr/>
      </dsp:nvSpPr>
      <dsp:spPr bwMode="white">
        <a:xfrm>
          <a:off x="2641101" y="5215257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 err="1">
              <a:solidFill>
                <a:schemeClr val="tx1"/>
              </a:solidFill>
              <a:latin typeface="Arial Black" panose="020B0A04020102020204" pitchFamily="34" charset="0"/>
            </a:rPr>
            <a:t>Евтишенков</a:t>
          </a: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 Е.Р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dirty="0">
              <a:solidFill>
                <a:schemeClr val="tx1"/>
              </a:solidFill>
            </a:rPr>
            <a:t>Написание кода и взаимодействие его с базой данных</a:t>
          </a:r>
          <a:endParaRPr lang="ru-RU" sz="1200" dirty="0">
            <a:solidFill>
              <a:schemeClr val="tx1"/>
            </a:solidFill>
          </a:endParaRPr>
        </a:p>
        <a:p>
          <a:pPr marL="114300" lvl="1" indent="-11430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ru-RU" sz="1200" dirty="0">
            <a:solidFill>
              <a:schemeClr val="tx1"/>
            </a:solidFill>
          </a:endParaRPr>
        </a:p>
      </dsp:txBody>
      <dsp:txXfrm>
        <a:off x="2641101" y="5215257"/>
        <a:ext cx="2921757" cy="1084427"/>
      </dsp:txXfrm>
    </dsp:sp>
    <dsp:sp modelId="{045F976B-ED72-439E-9835-64E1C1B6FA59}">
      <dsp:nvSpPr>
        <dsp:cNvPr id="5" name="Скругленный прямоугольник 4"/>
        <dsp:cNvSpPr/>
      </dsp:nvSpPr>
      <dsp:spPr bwMode="white">
        <a:xfrm>
          <a:off x="718824" y="0"/>
          <a:ext cx="2921757" cy="2013936"/>
        </a:xfrm>
        <a:prstGeom prst="roundRect">
          <a:avLst/>
        </a:prstGeom>
        <a:blipFill>
          <a:blip r:embed="rId2"/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shade val="50000"/>
            <a:hueOff val="168000"/>
            <a:satOff val="-4077"/>
            <a:lumOff val="17255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18824" y="0"/>
        <a:ext cx="2921757" cy="2013936"/>
      </dsp:txXfrm>
    </dsp:sp>
    <dsp:sp modelId="{EF34FD52-CB84-4797-90EC-48E4419E120F}">
      <dsp:nvSpPr>
        <dsp:cNvPr id="6" name="Прямоугольник 5"/>
        <dsp:cNvSpPr/>
      </dsp:nvSpPr>
      <dsp:spPr bwMode="white">
        <a:xfrm>
          <a:off x="721366" y="2027302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Алымова А.В.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dirty="0">
              <a:solidFill>
                <a:schemeClr val="tx1"/>
              </a:solidFill>
            </a:rPr>
            <a:t>Собрала маршруты и добавила их в базу данных</a:t>
          </a:r>
          <a:endParaRPr sz="1600">
            <a:solidFill>
              <a:schemeClr val="tx1"/>
            </a:solidFill>
          </a:endParaRPr>
        </a:p>
      </dsp:txBody>
      <dsp:txXfrm>
        <a:off x="721366" y="2027302"/>
        <a:ext cx="2921757" cy="1084427"/>
      </dsp:txXfrm>
    </dsp:sp>
    <dsp:sp modelId="{72922B12-AA57-4A55-B99D-C381B3F28AAB}">
      <dsp:nvSpPr>
        <dsp:cNvPr id="7" name="Скругленный прямоугольник 6"/>
        <dsp:cNvSpPr/>
      </dsp:nvSpPr>
      <dsp:spPr bwMode="white">
        <a:xfrm>
          <a:off x="4890106" y="0"/>
          <a:ext cx="2921757" cy="2013936"/>
        </a:xfrm>
        <a:prstGeom prst="roundRect">
          <a:avLst/>
        </a:prstGeom>
        <a:blipFill>
          <a:blip r:embed="rId3"/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shade val="50000"/>
            <a:hueOff val="336000"/>
            <a:satOff val="-8156"/>
            <a:lumOff val="34510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4890106" y="0"/>
        <a:ext cx="2921757" cy="2013936"/>
      </dsp:txXfrm>
    </dsp:sp>
    <dsp:sp modelId="{B4ED30BC-1373-4DCF-AE31-8749237D5352}">
      <dsp:nvSpPr>
        <dsp:cNvPr id="8" name="Прямоугольник 7"/>
        <dsp:cNvSpPr/>
      </dsp:nvSpPr>
      <dsp:spPr bwMode="white">
        <a:xfrm>
          <a:off x="5042388" y="2076101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Бумбу В.Н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dirty="0">
              <a:solidFill>
                <a:schemeClr val="tx1"/>
              </a:solidFill>
            </a:rPr>
            <a:t>Создание презентации</a:t>
          </a:r>
          <a:endParaRPr sz="1800">
            <a:solidFill>
              <a:schemeClr val="tx1"/>
            </a:solidFill>
          </a:endParaRPr>
        </a:p>
      </dsp:txBody>
      <dsp:txXfrm>
        <a:off x="5042388" y="2076101"/>
        <a:ext cx="2921757" cy="1084427"/>
      </dsp:txXfrm>
    </dsp:sp>
    <dsp:sp modelId="{55F78D99-35DA-41B7-A5F3-1B617C4E7DE0}">
      <dsp:nvSpPr>
        <dsp:cNvPr id="9" name="Скругленный прямоугольник 8"/>
        <dsp:cNvSpPr/>
      </dsp:nvSpPr>
      <dsp:spPr bwMode="white">
        <a:xfrm>
          <a:off x="7457999" y="3162740"/>
          <a:ext cx="2921757" cy="2013936"/>
        </a:xfrm>
        <a:prstGeom prst="roundRect">
          <a:avLst/>
        </a:prstGeom>
        <a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tint val="55000"/>
            <a:hueOff val="-84000"/>
            <a:satOff val="2039"/>
            <a:lumOff val="-8626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7457999" y="3162740"/>
        <a:ext cx="2921757" cy="2013936"/>
      </dsp:txXfrm>
    </dsp:sp>
    <dsp:sp modelId="{DD3704A3-72BA-4C9C-A22F-08E238E13986}">
      <dsp:nvSpPr>
        <dsp:cNvPr id="10" name="Прямоугольник 9"/>
        <dsp:cNvSpPr/>
      </dsp:nvSpPr>
      <dsp:spPr bwMode="white">
        <a:xfrm>
          <a:off x="7725895" y="5297984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Воскресенский К.А.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800" dirty="0">
              <a:solidFill>
                <a:schemeClr val="tx1"/>
              </a:solidFill>
            </a:rPr>
            <a:t>Вывод билета в консоль</a:t>
          </a:r>
          <a:endParaRPr sz="1800">
            <a:solidFill>
              <a:schemeClr val="tx1"/>
            </a:solidFill>
          </a:endParaRPr>
        </a:p>
      </dsp:txBody>
      <dsp:txXfrm>
        <a:off x="7725895" y="5297984"/>
        <a:ext cx="2921757" cy="1084427"/>
      </dsp:txXfrm>
    </dsp:sp>
    <dsp:sp modelId="{CC545342-D9E2-439B-9651-0D0CE1358374}">
      <dsp:nvSpPr>
        <dsp:cNvPr id="11" name="Скругленный прямоугольник 10"/>
        <dsp:cNvSpPr/>
      </dsp:nvSpPr>
      <dsp:spPr bwMode="white">
        <a:xfrm>
          <a:off x="9270243" y="52196"/>
          <a:ext cx="2921757" cy="2013936"/>
        </a:xfrm>
        <a:prstGeom prst="roundRect">
          <a:avLst/>
        </a:prstGeom>
        <a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23000" b="-23000"/>
          </a:stretch>
        </a:blipFill>
        <a:sp3d prstMaterial="translucentPowder">
          <a:bevelT w="127000" h="25400" prst="softRound"/>
        </a:sp3d>
      </dsp:spPr>
      <dsp:style>
        <a:lnRef idx="0">
          <a:schemeClr val="lt1"/>
        </a:lnRef>
        <a:fillRef idx="1">
          <a:schemeClr val="accent1">
            <a:tint val="55000"/>
            <a:hueOff val="-252000"/>
            <a:satOff val="6118"/>
            <a:lumOff val="-25881"/>
            <a:alpha val="100000"/>
          </a:schemeClr>
        </a:fillRef>
        <a:effectRef idx="0">
          <a:scrgbClr r="0" g="0" b="0"/>
        </a:effectRef>
        <a:fontRef idx="minor">
          <a:schemeClr val="lt1"/>
        </a:fontRef>
      </dsp:style>
      <dsp:txXfrm>
        <a:off x="9270243" y="52196"/>
        <a:ext cx="2921757" cy="2013936"/>
      </dsp:txXfrm>
    </dsp:sp>
    <dsp:sp modelId="{FDC3B02F-3008-48F6-AC69-D72EF03BB98F}">
      <dsp:nvSpPr>
        <dsp:cNvPr id="12" name="Прямоугольник 11"/>
        <dsp:cNvSpPr/>
      </dsp:nvSpPr>
      <dsp:spPr bwMode="white">
        <a:xfrm>
          <a:off x="9270243" y="2163577"/>
          <a:ext cx="2921757" cy="1084427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113792" tIns="113792" rIns="113792" bIns="0" anchor="t"/>
        <a:lstStyle>
          <a:lvl1pPr algn="l">
            <a:defRPr sz="6500"/>
          </a:lvl1pPr>
          <a:lvl2pPr marL="285750" indent="-285750" algn="l">
            <a:defRPr sz="5000"/>
          </a:lvl2pPr>
          <a:lvl3pPr marL="571500" indent="-285750" algn="l">
            <a:defRPr sz="5000"/>
          </a:lvl3pPr>
          <a:lvl4pPr marL="857250" indent="-285750" algn="l">
            <a:defRPr sz="5000"/>
          </a:lvl4pPr>
          <a:lvl5pPr marL="1143000" indent="-285750" algn="l">
            <a:defRPr sz="5000"/>
          </a:lvl5pPr>
          <a:lvl6pPr marL="1428750" indent="-285750" algn="l">
            <a:defRPr sz="5000"/>
          </a:lvl6pPr>
          <a:lvl7pPr marL="1714500" indent="-285750" algn="l">
            <a:defRPr sz="5000"/>
          </a:lvl7pPr>
          <a:lvl8pPr marL="2000250" indent="-285750" algn="l">
            <a:defRPr sz="5000"/>
          </a:lvl8pPr>
          <a:lvl9pPr marL="2286000" indent="-285750" algn="l">
            <a:defRPr sz="5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ru-RU" sz="1600" b="1" dirty="0">
              <a:solidFill>
                <a:schemeClr val="tx1"/>
              </a:solidFill>
              <a:latin typeface="Arial Black" panose="020B0A04020102020204" pitchFamily="34" charset="0"/>
            </a:rPr>
            <a:t>Шустикова К.Е.</a:t>
          </a:r>
          <a:endParaRPr lang="ru-RU" sz="1600" b="1" dirty="0">
            <a:solidFill>
              <a:schemeClr val="tx1"/>
            </a:solidFill>
            <a:latin typeface="Arial Black" panose="020B0A04020102020204" pitchFamily="34" charset="0"/>
          </a:endParaRPr>
        </a:p>
        <a:p>
          <a:pPr marL="171450" lvl="1" indent="-171450" algn="l">
            <a:lnSpc>
              <a:spcPct val="10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ru-RU" sz="1600" dirty="0">
              <a:solidFill>
                <a:schemeClr val="tx1"/>
              </a:solidFill>
            </a:rPr>
            <a:t>С</a:t>
          </a:r>
          <a:r>
            <a:rPr lang="ru-RU" sz="1600" dirty="0">
              <a:solidFill>
                <a:schemeClr val="tx1"/>
              </a:solidFill>
            </a:rPr>
            <a:t>оздала карту железой дороги</a:t>
          </a:r>
          <a:endParaRPr lang="ru-RU" sz="1600" dirty="0">
            <a:solidFill>
              <a:schemeClr val="tx1"/>
            </a:solidFill>
          </a:endParaRPr>
        </a:p>
      </dsp:txBody>
      <dsp:txXfrm>
        <a:off x="9270243" y="2163577"/>
        <a:ext cx="2921757" cy="10844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List1">
  <dgm:title val=""/>
  <dgm:desc val=""/>
  <dgm:catLst>
    <dgm:cat type="list" pri="2000"/>
    <dgm:cat type="picture" pri="2500"/>
    <dgm:cat type="pictureconvert" pri="2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off" val="ctr"/>
          <dgm:param type="contDir" val="sameDir"/>
          <dgm:param type="grDir" val="tL"/>
          <dgm:param type="flowDir" val="row"/>
          <dgm:param type="horzAlign" val="ctr"/>
          <dgm:param type="vertAlign" val="mid"/>
        </dgm:alg>
      </dgm:if>
      <dgm:else name="Name3">
        <dgm:alg type="snake">
          <dgm:param type="off" val="ctr"/>
          <dgm:param type="contDir" val="sameDir"/>
          <dgm:param type="grDir" val="tR"/>
          <dgm:param type="flowDir" val="row"/>
          <dgm:param type="horzAlign" val="ctr"/>
          <dgm:param type="vertAlign" val="mid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w" for="ch" ptType="sibTrans" refType="w" refFor="ch" refForName="compNode" op="equ" fact="0.1"/>
      <dgm:constr type="sp" refType="w" refFor="ch" refForName="compNode" op="equ" fact="0.1"/>
      <dgm:constr type="primFontSz" for="des" ptType="node" op="equ" val="65"/>
    </dgm:constrLst>
    <dgm:ruleLst/>
    <dgm:forEach name="Name4" axis="ch" ptType="node">
      <dgm:layoutNode name="compNode">
        <dgm:alg type="composite">
          <dgm:param type="ar" val="0.943"/>
        </dgm:alg>
        <dgm:shape xmlns:r="http://schemas.openxmlformats.org/officeDocument/2006/relationships" r:blip="">
          <dgm:adjLst/>
        </dgm:shape>
        <dgm:presOf axis="self"/>
        <dgm:constrLst>
          <dgm:constr type="h" refType="w" fact="1.06"/>
          <dgm:constr type="h" for="ch" forName="pictRect" refType="h" fact="0.65"/>
          <dgm:constr type="w" for="ch" forName="pictRect" refType="w"/>
          <dgm:constr type="l" for="ch" forName="pictRect"/>
          <dgm:constr type="t" for="ch" forName="pictRect"/>
          <dgm:constr type="w" for="ch" forName="textRect" refType="w"/>
          <dgm:constr type="h" for="ch" forName="textRect" refType="h" fact="0.35"/>
          <dgm:constr type="l" for="ch" forName="textRect"/>
          <dgm:constr type="t" for="ch" forName="textRect" refType="b" refFor="ch" refForName="pictRect"/>
        </dgm:constrLst>
        <dgm:ruleLst/>
        <dgm:layoutNode name="pictRect">
          <dgm:alg type="sp"/>
          <dgm:shape xmlns:r="http://schemas.openxmlformats.org/officeDocument/2006/relationships" type="roundRect" r:blip="" blipPhldr="1">
            <dgm:adjLst/>
          </dgm:shape>
          <dgm:presOf/>
          <dgm:constrLst/>
          <dgm:ruleLst/>
        </dgm:layoutNode>
        <dgm:layoutNode name="textRect" styleLbl="revTx">
          <dgm:varLst>
            <dgm:bulletEnabled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bMarg"/>
          </dgm:constrLst>
          <dgm:ruleLst>
            <dgm:rule type="primFontSz" val="5" fact="NaN" max="NaN"/>
          </dgm:ruleLst>
        </dgm:layoutNode>
      </dgm:layoutNode>
      <dgm:forEach name="Name5" axis="followSib" ptType="sibTrans" cnt="1">
        <dgm:layoutNode name="sibTrans">
          <dgm:alg type="sp"/>
          <dgm:shape xmlns:r="http://schemas.openxmlformats.org/officeDocument/2006/relationships" type="rect" r:blip="" hideGeom="1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D652B2-8C6E-419B-8E93-813F678ADC08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C6DC3D-C717-495C-B489-C044A339A551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Замещающий образ слайда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Замещающий текст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ru-RU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  <a:endParaRPr lang="ru-RU" smtClean="0"/>
          </a:p>
          <a:p>
            <a:pPr lvl="1"/>
            <a:r>
              <a:rPr lang="ru-RU" smtClean="0"/>
              <a:t>Второй уровень</a:t>
            </a:r>
            <a:endParaRPr lang="ru-RU" smtClean="0"/>
          </a:p>
          <a:p>
            <a:pPr lvl="2"/>
            <a:r>
              <a:rPr lang="ru-RU" smtClean="0"/>
              <a:t>Третий уровень</a:t>
            </a:r>
            <a:endParaRPr lang="ru-RU" smtClean="0"/>
          </a:p>
          <a:p>
            <a:pPr lvl="3"/>
            <a:r>
              <a:rPr lang="ru-RU" smtClean="0"/>
              <a:t>Четвертый уровень</a:t>
            </a:r>
            <a:endParaRPr lang="ru-RU" smtClean="0"/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>
            <a:normAutofit/>
          </a:bodyPr>
          <a:lstStyle>
            <a:lvl1pPr algn="l" fontAlgn="base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F1FF4B-194F-4FB4-B561-D2DED06754F8}" type="datetimeFigureOut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58813C-9557-411B-B0F5-F91B658B9419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2.jpeg"/><Relationship Id="rId2" Type="http://schemas.openxmlformats.org/officeDocument/2006/relationships/tags" Target="../tags/tag5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" Type="http://schemas.openxmlformats.org/officeDocument/2006/relationships/diagramData" Target="../diagrams/data1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6" Type="http://schemas.openxmlformats.org/officeDocument/2006/relationships/notesSlide" Target="../notesSlides/notesSlide3.xml"/><Relationship Id="rId35" Type="http://schemas.openxmlformats.org/officeDocument/2006/relationships/slideLayout" Target="../slideLayouts/slideLayout13.xml"/><Relationship Id="rId34" Type="http://schemas.openxmlformats.org/officeDocument/2006/relationships/tags" Target="../tags/tag39.xml"/><Relationship Id="rId33" Type="http://schemas.openxmlformats.org/officeDocument/2006/relationships/tags" Target="../tags/tag38.xml"/><Relationship Id="rId32" Type="http://schemas.openxmlformats.org/officeDocument/2006/relationships/tags" Target="../tags/tag37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8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40.xml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Изображение 16" descr="i (9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2865" y="0"/>
            <a:ext cx="12362815" cy="6858635"/>
          </a:xfrm>
          <a:prstGeom prst="rect">
            <a:avLst/>
          </a:prstGeom>
        </p:spPr>
      </p:pic>
      <p:sp>
        <p:nvSpPr>
          <p:cNvPr id="16" name="Прямоугольник: скругленные углы 15"/>
          <p:cNvSpPr/>
          <p:nvPr/>
        </p:nvSpPr>
        <p:spPr>
          <a:xfrm>
            <a:off x="7842250" y="4000500"/>
            <a:ext cx="4457700" cy="2857500"/>
          </a:xfrm>
          <a:prstGeom prst="roundRect">
            <a:avLst>
              <a:gd name="adj" fmla="val 37548"/>
            </a:avLst>
          </a:prstGeom>
          <a:solidFill>
            <a:srgbClr val="B6BD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8583930" y="4436110"/>
            <a:ext cx="3333750" cy="2270125"/>
          </a:xfrm>
        </p:spPr>
        <p:txBody>
          <a:bodyPr>
            <a:normAutofit lnSpcReduction="20000"/>
          </a:bodyPr>
          <a:lstStyle/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Студенты группы 2ИСиП-824</a:t>
            </a:r>
            <a:r>
              <a:rPr lang="en-US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:</a:t>
            </a:r>
            <a:endParaRPr lang="en-US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Алымова А.В.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Бумбу В.Н.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Воскресенский К.А.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 err="1">
                <a:latin typeface="Bahnschrift SemiBold" panose="020B0502040204020203" pitchFamily="34" charset="0"/>
                <a:cs typeface="Times New Roman" panose="02020603050405020304" pitchFamily="18" charset="0"/>
              </a:rPr>
              <a:t>Евтишенков</a:t>
            </a:r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 Е.Р.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Шустикова Е.Г.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pPr algn="l"/>
            <a:r>
              <a:rPr lang="ru-RU" sz="1600" dirty="0">
                <a:latin typeface="Bahnschrift SemiBold" panose="020B0502040204020203" pitchFamily="34" charset="0"/>
                <a:cs typeface="Times New Roman" panose="02020603050405020304" pitchFamily="18" charset="0"/>
              </a:rPr>
              <a:t>Руководитель проекта: Пестов А.И.</a:t>
            </a:r>
            <a:endParaRPr lang="ru-RU" sz="1600" dirty="0">
              <a:latin typeface="Bahnschrift SemiBold" panose="020B0502040204020203" pitchFamily="34" charset="0"/>
              <a:cs typeface="Times New Roman" panose="02020603050405020304" pitchFamily="18" charset="0"/>
            </a:endParaRPr>
          </a:p>
          <a:p>
            <a:endParaRPr lang="ru-RU" sz="1600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489700" y="95250"/>
            <a:ext cx="5702300" cy="3020060"/>
          </a:xfrm>
        </p:spPr>
        <p:txBody>
          <a:bodyPr>
            <a:noAutofit/>
          </a:bodyPr>
          <a:lstStyle/>
          <a:p>
            <a:pPr algn="ctr"/>
            <a:r>
              <a:rPr lang="ru-RU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ПРОЕКТ </a:t>
            </a:r>
            <a:r>
              <a:rPr lang="en-US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“</a:t>
            </a:r>
            <a:r>
              <a:rPr lang="ru-RU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ПОЕЗДА РЖД</a:t>
            </a:r>
            <a:r>
              <a:rPr lang="en-US" sz="66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”</a:t>
            </a:r>
            <a:endParaRPr lang="ru-RU" sz="6600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rial Black" panose="020B0A04020102020204" pitchFamily="34" charset="0"/>
            </a:endParaRPr>
          </a:p>
        </p:txBody>
      </p:sp>
      <p:pic>
        <p:nvPicPr>
          <p:cNvPr id="43" name="图片 42" descr="C:/Users/Pc/Downloads/41faf054-7fc7-544f-bbfb-c3d548003afc.jpg41faf054-7fc7-544f-bbfb-c3d548003afc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21547" r="21547"/>
          <a:stretch>
            <a:fillRect/>
          </a:stretch>
        </p:blipFill>
        <p:spPr>
          <a:xfrm>
            <a:off x="-62865" y="-635"/>
            <a:ext cx="4895215" cy="6858635"/>
          </a:xfrm>
          <a:custGeom>
            <a:avLst/>
            <a:gdLst>
              <a:gd name="connsiteX0" fmla="*/ 792000 w 5203498"/>
              <a:gd name="connsiteY0" fmla="*/ 895349 h 6858000"/>
              <a:gd name="connsiteX1" fmla="*/ 1584000 w 5203498"/>
              <a:gd name="connsiteY1" fmla="*/ 1687349 h 6858000"/>
              <a:gd name="connsiteX2" fmla="*/ 1584000 w 5203498"/>
              <a:gd name="connsiteY2" fmla="*/ 6858000 h 6858000"/>
              <a:gd name="connsiteX3" fmla="*/ 0 w 5203498"/>
              <a:gd name="connsiteY3" fmla="*/ 6858000 h 6858000"/>
              <a:gd name="connsiteX4" fmla="*/ 0 w 5203498"/>
              <a:gd name="connsiteY4" fmla="*/ 1687349 h 6858000"/>
              <a:gd name="connsiteX5" fmla="*/ 792000 w 5203498"/>
              <a:gd name="connsiteY5" fmla="*/ 895349 h 6858000"/>
              <a:gd name="connsiteX6" fmla="*/ 4411653 w 5203498"/>
              <a:gd name="connsiteY6" fmla="*/ 459739 h 6858000"/>
              <a:gd name="connsiteX7" fmla="*/ 5203498 w 5203498"/>
              <a:gd name="connsiteY7" fmla="*/ 1251584 h 6858000"/>
              <a:gd name="connsiteX8" fmla="*/ 5203498 w 5203498"/>
              <a:gd name="connsiteY8" fmla="*/ 6858000 h 6858000"/>
              <a:gd name="connsiteX9" fmla="*/ 3619808 w 5203498"/>
              <a:gd name="connsiteY9" fmla="*/ 6858000 h 6858000"/>
              <a:gd name="connsiteX10" fmla="*/ 3619808 w 5203498"/>
              <a:gd name="connsiteY10" fmla="*/ 1251584 h 6858000"/>
              <a:gd name="connsiteX11" fmla="*/ 4411653 w 5203498"/>
              <a:gd name="connsiteY11" fmla="*/ 459739 h 6858000"/>
              <a:gd name="connsiteX12" fmla="*/ 1810059 w 5203498"/>
              <a:gd name="connsiteY12" fmla="*/ 0 h 6858000"/>
              <a:gd name="connsiteX13" fmla="*/ 3393749 w 5203498"/>
              <a:gd name="connsiteY13" fmla="*/ 0 h 6858000"/>
              <a:gd name="connsiteX14" fmla="*/ 3393749 w 5203498"/>
              <a:gd name="connsiteY14" fmla="*/ 5384535 h 6858000"/>
              <a:gd name="connsiteX15" fmla="*/ 2601904 w 5203498"/>
              <a:gd name="connsiteY15" fmla="*/ 6176380 h 6858000"/>
              <a:gd name="connsiteX16" fmla="*/ 1810059 w 5203498"/>
              <a:gd name="connsiteY16" fmla="*/ 538453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203498" h="6858000">
                <a:moveTo>
                  <a:pt x="792000" y="895349"/>
                </a:moveTo>
                <a:cubicBezTo>
                  <a:pt x="1229410" y="895349"/>
                  <a:pt x="1584000" y="1249939"/>
                  <a:pt x="1584000" y="1687349"/>
                </a:cubicBezTo>
                <a:lnTo>
                  <a:pt x="1584000" y="6858000"/>
                </a:lnTo>
                <a:lnTo>
                  <a:pt x="0" y="6858000"/>
                </a:lnTo>
                <a:lnTo>
                  <a:pt x="0" y="1687349"/>
                </a:lnTo>
                <a:cubicBezTo>
                  <a:pt x="0" y="1249939"/>
                  <a:pt x="354590" y="895349"/>
                  <a:pt x="792000" y="895349"/>
                </a:cubicBezTo>
                <a:close/>
                <a:moveTo>
                  <a:pt x="4411653" y="459739"/>
                </a:moveTo>
                <a:cubicBezTo>
                  <a:pt x="4848977" y="459739"/>
                  <a:pt x="5203498" y="814260"/>
                  <a:pt x="5203498" y="1251584"/>
                </a:cubicBezTo>
                <a:lnTo>
                  <a:pt x="5203498" y="6858000"/>
                </a:lnTo>
                <a:lnTo>
                  <a:pt x="3619808" y="6858000"/>
                </a:lnTo>
                <a:lnTo>
                  <a:pt x="3619808" y="1251584"/>
                </a:lnTo>
                <a:cubicBezTo>
                  <a:pt x="3619808" y="814260"/>
                  <a:pt x="3974329" y="459739"/>
                  <a:pt x="4411653" y="459739"/>
                </a:cubicBezTo>
                <a:close/>
                <a:moveTo>
                  <a:pt x="1810059" y="0"/>
                </a:moveTo>
                <a:lnTo>
                  <a:pt x="3393749" y="0"/>
                </a:lnTo>
                <a:lnTo>
                  <a:pt x="3393749" y="5384535"/>
                </a:lnTo>
                <a:cubicBezTo>
                  <a:pt x="3393749" y="5821859"/>
                  <a:pt x="3039228" y="6176380"/>
                  <a:pt x="2601904" y="6176380"/>
                </a:cubicBezTo>
                <a:cubicBezTo>
                  <a:pt x="2164580" y="6176380"/>
                  <a:pt x="1810059" y="5821859"/>
                  <a:pt x="1810059" y="5384535"/>
                </a:cubicBezTo>
                <a:close/>
              </a:path>
            </a:pathLst>
          </a:custGeom>
          <a:ln>
            <a:solidFill>
              <a:schemeClr val="tx1">
                <a:lumMod val="50000"/>
                <a:lumOff val="50000"/>
                <a:alpha val="30000"/>
              </a:schemeClr>
            </a:solidFill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Схема 6"/>
          <p:cNvGraphicFramePr/>
          <p:nvPr/>
        </p:nvGraphicFramePr>
        <p:xfrm>
          <a:off x="-202300" y="258945"/>
          <a:ext cx="12192000" cy="6477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>
            <p:custDataLst>
              <p:tags r:id="rId1"/>
            </p:custDataLst>
          </p:nvPr>
        </p:nvSpPr>
        <p:spPr>
          <a:xfrm>
            <a:off x="0" y="0"/>
            <a:ext cx="12192000" cy="3085106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66" name="任意多边形: 形状 65"/>
          <p:cNvSpPr/>
          <p:nvPr>
            <p:custDataLst>
              <p:tags r:id="rId2"/>
            </p:custDataLst>
          </p:nvPr>
        </p:nvSpPr>
        <p:spPr>
          <a:xfrm>
            <a:off x="9420981" y="392965"/>
            <a:ext cx="1282202" cy="1265764"/>
          </a:xfrm>
          <a:custGeom>
            <a:avLst/>
            <a:gdLst>
              <a:gd name="connsiteX0" fmla="*/ 1382820 w 1473826"/>
              <a:gd name="connsiteY0" fmla="*/ 0 h 1454932"/>
              <a:gd name="connsiteX1" fmla="*/ 1438304 w 1473826"/>
              <a:gd name="connsiteY1" fmla="*/ 162969 h 1454932"/>
              <a:gd name="connsiteX2" fmla="*/ 1256926 w 1473826"/>
              <a:gd name="connsiteY2" fmla="*/ 389062 h 1454932"/>
              <a:gd name="connsiteX3" fmla="*/ 1236488 w 1473826"/>
              <a:gd name="connsiteY3" fmla="*/ 425726 h 1454932"/>
              <a:gd name="connsiteX4" fmla="*/ 1174577 w 1473826"/>
              <a:gd name="connsiteY4" fmla="*/ 538664 h 1454932"/>
              <a:gd name="connsiteX5" fmla="*/ 1128797 w 1473826"/>
              <a:gd name="connsiteY5" fmla="*/ 615756 h 1454932"/>
              <a:gd name="connsiteX6" fmla="*/ 988733 w 1473826"/>
              <a:gd name="connsiteY6" fmla="*/ 688539 h 1454932"/>
              <a:gd name="connsiteX7" fmla="*/ 984809 w 1473826"/>
              <a:gd name="connsiteY7" fmla="*/ 689520 h 1454932"/>
              <a:gd name="connsiteX8" fmla="*/ 991513 w 1473826"/>
              <a:gd name="connsiteY8" fmla="*/ 699668 h 1454932"/>
              <a:gd name="connsiteX9" fmla="*/ 991948 w 1473826"/>
              <a:gd name="connsiteY9" fmla="*/ 823736 h 1454932"/>
              <a:gd name="connsiteX10" fmla="*/ 986880 w 1473826"/>
              <a:gd name="connsiteY10" fmla="*/ 830938 h 1454932"/>
              <a:gd name="connsiteX11" fmla="*/ 691165 w 1473826"/>
              <a:gd name="connsiteY11" fmla="*/ 1036627 h 1454932"/>
              <a:gd name="connsiteX12" fmla="*/ 590340 w 1473826"/>
              <a:gd name="connsiteY12" fmla="*/ 1036627 h 1454932"/>
              <a:gd name="connsiteX13" fmla="*/ 324982 w 1473826"/>
              <a:gd name="connsiteY13" fmla="*/ 1072636 h 1454932"/>
              <a:gd name="connsiteX14" fmla="*/ 218761 w 1473826"/>
              <a:gd name="connsiteY14" fmla="*/ 1291200 h 1454932"/>
              <a:gd name="connsiteX15" fmla="*/ 1211909 w 1473826"/>
              <a:gd name="connsiteY15" fmla="*/ 1291255 h 1454932"/>
              <a:gd name="connsiteX16" fmla="*/ 1293658 w 1473826"/>
              <a:gd name="connsiteY16" fmla="*/ 1373094 h 1454932"/>
              <a:gd name="connsiteX17" fmla="*/ 1293658 w 1473826"/>
              <a:gd name="connsiteY17" fmla="*/ 1427657 h 1454932"/>
              <a:gd name="connsiteX18" fmla="*/ 1266408 w 1473826"/>
              <a:gd name="connsiteY18" fmla="*/ 1454933 h 1454932"/>
              <a:gd name="connsiteX19" fmla="*/ 27250 w 1473826"/>
              <a:gd name="connsiteY19" fmla="*/ 1454933 h 1454932"/>
              <a:gd name="connsiteX20" fmla="*/ 0 w 1473826"/>
              <a:gd name="connsiteY20" fmla="*/ 1427657 h 1454932"/>
              <a:gd name="connsiteX21" fmla="*/ 0 w 1473826"/>
              <a:gd name="connsiteY21" fmla="*/ 1373094 h 1454932"/>
              <a:gd name="connsiteX22" fmla="*/ 5504 w 1473826"/>
              <a:gd name="connsiteY22" fmla="*/ 1343468 h 1454932"/>
              <a:gd name="connsiteX23" fmla="*/ 9701 w 1473826"/>
              <a:gd name="connsiteY23" fmla="*/ 1327646 h 1454932"/>
              <a:gd name="connsiteX24" fmla="*/ 452510 w 1473826"/>
              <a:gd name="connsiteY24" fmla="*/ 482250 h 1454932"/>
              <a:gd name="connsiteX25" fmla="*/ 1382820 w 1473826"/>
              <a:gd name="connsiteY25" fmla="*/ 0 h 1454932"/>
              <a:gd name="connsiteX26" fmla="*/ 1153267 w 1473826"/>
              <a:gd name="connsiteY26" fmla="*/ 209563 h 1454932"/>
              <a:gd name="connsiteX27" fmla="*/ 1141386 w 1473826"/>
              <a:gd name="connsiteY27" fmla="*/ 212618 h 1454932"/>
              <a:gd name="connsiteX28" fmla="*/ 422372 w 1473826"/>
              <a:gd name="connsiteY28" fmla="*/ 842777 h 1454932"/>
              <a:gd name="connsiteX29" fmla="*/ 412727 w 1473826"/>
              <a:gd name="connsiteY29" fmla="*/ 859800 h 1454932"/>
              <a:gd name="connsiteX30" fmla="*/ 432836 w 1473826"/>
              <a:gd name="connsiteY30" fmla="*/ 858491 h 1454932"/>
              <a:gd name="connsiteX31" fmla="*/ 604510 w 1473826"/>
              <a:gd name="connsiteY31" fmla="*/ 854672 h 1454932"/>
              <a:gd name="connsiteX32" fmla="*/ 691165 w 1473826"/>
              <a:gd name="connsiteY32" fmla="*/ 854672 h 1454932"/>
              <a:gd name="connsiteX33" fmla="*/ 805560 w 1473826"/>
              <a:gd name="connsiteY33" fmla="*/ 767977 h 1454932"/>
              <a:gd name="connsiteX34" fmla="*/ 809102 w 1473826"/>
              <a:gd name="connsiteY34" fmla="*/ 763558 h 1454932"/>
              <a:gd name="connsiteX35" fmla="*/ 801745 w 1473826"/>
              <a:gd name="connsiteY35" fmla="*/ 755210 h 1454932"/>
              <a:gd name="connsiteX36" fmla="*/ 758145 w 1473826"/>
              <a:gd name="connsiteY36" fmla="*/ 710198 h 1454932"/>
              <a:gd name="connsiteX37" fmla="*/ 747300 w 1473826"/>
              <a:gd name="connsiteY37" fmla="*/ 699777 h 1454932"/>
              <a:gd name="connsiteX38" fmla="*/ 792317 w 1473826"/>
              <a:gd name="connsiteY38" fmla="*/ 544830 h 1454932"/>
              <a:gd name="connsiteX39" fmla="*/ 940229 w 1473826"/>
              <a:gd name="connsiteY39" fmla="*/ 512258 h 1454932"/>
              <a:gd name="connsiteX40" fmla="*/ 960666 w 1473826"/>
              <a:gd name="connsiteY40" fmla="*/ 506856 h 1454932"/>
              <a:gd name="connsiteX41" fmla="*/ 982793 w 1473826"/>
              <a:gd name="connsiteY41" fmla="*/ 500309 h 1454932"/>
              <a:gd name="connsiteX42" fmla="*/ 987262 w 1473826"/>
              <a:gd name="connsiteY42" fmla="*/ 498890 h 1454932"/>
              <a:gd name="connsiteX43" fmla="*/ 1002467 w 1473826"/>
              <a:gd name="connsiteY43" fmla="*/ 473466 h 1454932"/>
              <a:gd name="connsiteX44" fmla="*/ 1016637 w 1473826"/>
              <a:gd name="connsiteY44" fmla="*/ 448696 h 1454932"/>
              <a:gd name="connsiteX45" fmla="*/ 1027810 w 1473826"/>
              <a:gd name="connsiteY45" fmla="*/ 428836 h 1454932"/>
              <a:gd name="connsiteX46" fmla="*/ 1088576 w 1473826"/>
              <a:gd name="connsiteY46" fmla="*/ 317644 h 1454932"/>
              <a:gd name="connsiteX47" fmla="*/ 1153267 w 1473826"/>
              <a:gd name="connsiteY47" fmla="*/ 209508 h 1454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1473826" h="1454932">
                <a:moveTo>
                  <a:pt x="1382820" y="0"/>
                </a:moveTo>
                <a:cubicBezTo>
                  <a:pt x="1469473" y="0"/>
                  <a:pt x="1506921" y="109937"/>
                  <a:pt x="1438304" y="162969"/>
                </a:cubicBezTo>
                <a:cubicBezTo>
                  <a:pt x="1366634" y="218347"/>
                  <a:pt x="1319764" y="278361"/>
                  <a:pt x="1256926" y="389062"/>
                </a:cubicBezTo>
                <a:lnTo>
                  <a:pt x="1236488" y="425726"/>
                </a:lnTo>
                <a:lnTo>
                  <a:pt x="1174577" y="538664"/>
                </a:lnTo>
                <a:cubicBezTo>
                  <a:pt x="1158773" y="566489"/>
                  <a:pt x="1144058" y="591368"/>
                  <a:pt x="1128797" y="615756"/>
                </a:cubicBezTo>
                <a:cubicBezTo>
                  <a:pt x="1108033" y="648873"/>
                  <a:pt x="1073752" y="667205"/>
                  <a:pt x="988733" y="688539"/>
                </a:cubicBezTo>
                <a:lnTo>
                  <a:pt x="984809" y="689520"/>
                </a:lnTo>
                <a:lnTo>
                  <a:pt x="991513" y="699668"/>
                </a:lnTo>
                <a:cubicBezTo>
                  <a:pt x="1019689" y="744789"/>
                  <a:pt x="1020398" y="781344"/>
                  <a:pt x="991948" y="823736"/>
                </a:cubicBezTo>
                <a:lnTo>
                  <a:pt x="986880" y="830938"/>
                </a:lnTo>
                <a:cubicBezTo>
                  <a:pt x="887472" y="965973"/>
                  <a:pt x="799674" y="1036627"/>
                  <a:pt x="691165" y="1036627"/>
                </a:cubicBezTo>
                <a:lnTo>
                  <a:pt x="590340" y="1036627"/>
                </a:lnTo>
                <a:cubicBezTo>
                  <a:pt x="401554" y="1037717"/>
                  <a:pt x="343674" y="1047538"/>
                  <a:pt x="324982" y="1072636"/>
                </a:cubicBezTo>
                <a:cubicBezTo>
                  <a:pt x="299422" y="1107117"/>
                  <a:pt x="263288" y="1180881"/>
                  <a:pt x="218761" y="1291200"/>
                </a:cubicBezTo>
                <a:lnTo>
                  <a:pt x="1211909" y="1291255"/>
                </a:lnTo>
                <a:cubicBezTo>
                  <a:pt x="1257058" y="1291255"/>
                  <a:pt x="1293658" y="1327895"/>
                  <a:pt x="1293658" y="1373094"/>
                </a:cubicBezTo>
                <a:lnTo>
                  <a:pt x="1293658" y="1427657"/>
                </a:lnTo>
                <a:cubicBezTo>
                  <a:pt x="1293658" y="1442719"/>
                  <a:pt x="1281458" y="1454933"/>
                  <a:pt x="1266408" y="1454933"/>
                </a:cubicBezTo>
                <a:lnTo>
                  <a:pt x="27250" y="1454933"/>
                </a:lnTo>
                <a:cubicBezTo>
                  <a:pt x="12200" y="1454933"/>
                  <a:pt x="0" y="1442719"/>
                  <a:pt x="0" y="1427657"/>
                </a:cubicBezTo>
                <a:lnTo>
                  <a:pt x="0" y="1373094"/>
                </a:lnTo>
                <a:cubicBezTo>
                  <a:pt x="0" y="1362618"/>
                  <a:pt x="1962" y="1352634"/>
                  <a:pt x="5504" y="1343468"/>
                </a:cubicBezTo>
                <a:cubicBezTo>
                  <a:pt x="6431" y="1338285"/>
                  <a:pt x="7848" y="1333047"/>
                  <a:pt x="9701" y="1327646"/>
                </a:cubicBezTo>
                <a:cubicBezTo>
                  <a:pt x="123442" y="999199"/>
                  <a:pt x="265685" y="712271"/>
                  <a:pt x="452510" y="482250"/>
                </a:cubicBezTo>
                <a:cubicBezTo>
                  <a:pt x="702773" y="174099"/>
                  <a:pt x="1011460" y="0"/>
                  <a:pt x="1382820" y="0"/>
                </a:cubicBezTo>
                <a:close/>
                <a:moveTo>
                  <a:pt x="1153267" y="209563"/>
                </a:moveTo>
                <a:lnTo>
                  <a:pt x="1141386" y="212618"/>
                </a:lnTo>
                <a:cubicBezTo>
                  <a:pt x="847197" y="290474"/>
                  <a:pt x="611323" y="513240"/>
                  <a:pt x="422372" y="842777"/>
                </a:cubicBezTo>
                <a:lnTo>
                  <a:pt x="412727" y="859800"/>
                </a:lnTo>
                <a:lnTo>
                  <a:pt x="432836" y="858491"/>
                </a:lnTo>
                <a:cubicBezTo>
                  <a:pt x="490016" y="855644"/>
                  <a:pt x="547262" y="854371"/>
                  <a:pt x="604510" y="854672"/>
                </a:cubicBezTo>
                <a:lnTo>
                  <a:pt x="691165" y="854672"/>
                </a:lnTo>
                <a:cubicBezTo>
                  <a:pt x="717597" y="854672"/>
                  <a:pt x="755584" y="827992"/>
                  <a:pt x="805560" y="767977"/>
                </a:cubicBezTo>
                <a:lnTo>
                  <a:pt x="809102" y="763558"/>
                </a:lnTo>
                <a:lnTo>
                  <a:pt x="801745" y="755210"/>
                </a:lnTo>
                <a:cubicBezTo>
                  <a:pt x="787695" y="739744"/>
                  <a:pt x="773154" y="724732"/>
                  <a:pt x="758145" y="710198"/>
                </a:cubicBezTo>
                <a:lnTo>
                  <a:pt x="747300" y="699777"/>
                </a:lnTo>
                <a:cubicBezTo>
                  <a:pt x="694162" y="648928"/>
                  <a:pt x="720214" y="559233"/>
                  <a:pt x="792317" y="544830"/>
                </a:cubicBezTo>
                <a:cubicBezTo>
                  <a:pt x="841882" y="535200"/>
                  <a:pt x="891201" y="524340"/>
                  <a:pt x="940229" y="512258"/>
                </a:cubicBezTo>
                <a:lnTo>
                  <a:pt x="960666" y="506856"/>
                </a:lnTo>
                <a:cubicBezTo>
                  <a:pt x="969222" y="504509"/>
                  <a:pt x="976634" y="502327"/>
                  <a:pt x="982793" y="500309"/>
                </a:cubicBezTo>
                <a:lnTo>
                  <a:pt x="987262" y="498890"/>
                </a:lnTo>
                <a:lnTo>
                  <a:pt x="1002467" y="473466"/>
                </a:lnTo>
                <a:lnTo>
                  <a:pt x="1016637" y="448696"/>
                </a:lnTo>
                <a:lnTo>
                  <a:pt x="1027810" y="428836"/>
                </a:lnTo>
                <a:lnTo>
                  <a:pt x="1088576" y="317644"/>
                </a:lnTo>
                <a:cubicBezTo>
                  <a:pt x="1108831" y="280830"/>
                  <a:pt x="1130408" y="244760"/>
                  <a:pt x="1153267" y="209508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  <a:alpha val="33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  <a:ln w="143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96000" y="360000"/>
            <a:ext cx="10800000" cy="720000"/>
          </a:xfrm>
        </p:spPr>
        <p:txBody>
          <a:bodyPr wrap="square" lIns="0" tIns="0" rIns="0" bIns="0" anchor="b" anchorCtr="0">
            <a:noAutofit/>
          </a:bodyPr>
          <a:lstStyle/>
          <a:p>
            <a:pPr algn="ctr"/>
            <a:r>
              <a:rPr lang="en-US" sz="4800" b="1" spc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Исполь</a:t>
            </a:r>
            <a:r>
              <a:rPr lang="ru-RU" altLang="en-US" sz="4800" b="1" spc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з</a:t>
            </a:r>
            <a:r>
              <a:rPr lang="en-US" sz="4800" b="1" spc="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уемые инструменты</a:t>
            </a:r>
            <a:endParaRPr lang="en-US" sz="4800" b="1" spc="0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  <p:grpSp>
        <p:nvGrpSpPr>
          <p:cNvPr id="2" name="Группа 1"/>
          <p:cNvGrpSpPr/>
          <p:nvPr>
            <p:custDataLst>
              <p:tags r:id="rId4"/>
            </p:custDataLst>
          </p:nvPr>
        </p:nvGrpSpPr>
        <p:grpSpPr>
          <a:xfrm>
            <a:off x="704215" y="1713230"/>
            <a:ext cx="3319780" cy="2156460"/>
            <a:chOff x="1109" y="2698"/>
            <a:chExt cx="5228" cy="3396"/>
          </a:xfrm>
        </p:grpSpPr>
        <p:sp>
          <p:nvSpPr>
            <p:cNvPr id="27" name="矩形: 圆角 24"/>
            <p:cNvSpPr/>
            <p:nvPr>
              <p:custDataLst>
                <p:tags r:id="rId5"/>
              </p:custDataLst>
            </p:nvPr>
          </p:nvSpPr>
          <p:spPr>
            <a:xfrm>
              <a:off x="1109" y="2698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28" name="矩形 27"/>
            <p:cNvSpPr/>
            <p:nvPr>
              <p:custDataLst>
                <p:tags r:id="rId6"/>
              </p:custDataLst>
            </p:nvPr>
          </p:nvSpPr>
          <p:spPr>
            <a:xfrm>
              <a:off x="1421" y="4517"/>
              <a:ext cx="4577" cy="1276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fontScale="90000" lnSpcReduction="20000"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4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C++</a:t>
              </a:r>
              <a:endParaRPr lang="en-US" sz="44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7"/>
              </p:custDataLst>
            </p:nvPr>
          </p:nvSpPr>
          <p:spPr>
            <a:xfrm>
              <a:off x="1421" y="2997"/>
              <a:ext cx="4593" cy="1621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b="1" dirty="0">
                  <a:solidFill>
                    <a:srgbClr val="FF0000"/>
                  </a:solidFill>
                  <a:latin typeface="+mj-lt"/>
                </a:rPr>
                <a:t>Язык программирования</a:t>
              </a:r>
              <a:endParaRPr lang="ru-RU" altLang="en-US" sz="2000" b="1" dirty="0">
                <a:solidFill>
                  <a:srgbClr val="FF0000"/>
                </a:solidFill>
                <a:latin typeface="+mj-lt"/>
              </a:endParaRPr>
            </a:p>
          </p:txBody>
        </p:sp>
      </p:grpSp>
      <p:sp>
        <p:nvSpPr>
          <p:cNvPr id="30" name="矩形 29"/>
          <p:cNvSpPr/>
          <p:nvPr>
            <p:custDataLst>
              <p:tags r:id="rId8"/>
            </p:custDataLst>
          </p:nvPr>
        </p:nvSpPr>
        <p:spPr>
          <a:xfrm>
            <a:off x="3081041" y="1902805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3" name="Группа 2"/>
          <p:cNvGrpSpPr/>
          <p:nvPr>
            <p:custDataLst>
              <p:tags r:id="rId9"/>
            </p:custDataLst>
          </p:nvPr>
        </p:nvGrpSpPr>
        <p:grpSpPr>
          <a:xfrm>
            <a:off x="4444365" y="1713865"/>
            <a:ext cx="3319780" cy="2156460"/>
            <a:chOff x="6999" y="2699"/>
            <a:chExt cx="5228" cy="3396"/>
          </a:xfrm>
        </p:grpSpPr>
        <p:sp>
          <p:nvSpPr>
            <p:cNvPr id="31" name="矩形: 圆角 17"/>
            <p:cNvSpPr/>
            <p:nvPr>
              <p:custDataLst>
                <p:tags r:id="rId10"/>
              </p:custDataLst>
            </p:nvPr>
          </p:nvSpPr>
          <p:spPr>
            <a:xfrm>
              <a:off x="6999" y="2699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2" name="矩形 31"/>
            <p:cNvSpPr/>
            <p:nvPr>
              <p:custDataLst>
                <p:tags r:id="rId11"/>
              </p:custDataLst>
            </p:nvPr>
          </p:nvSpPr>
          <p:spPr>
            <a:xfrm>
              <a:off x="7325" y="4382"/>
              <a:ext cx="4577" cy="1411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lnSpcReduction="10000"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SQLite</a:t>
              </a:r>
              <a:endParaRPr lang="en-US" sz="40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33" name="矩形 32"/>
            <p:cNvSpPr/>
            <p:nvPr>
              <p:custDataLst>
                <p:tags r:id="rId12"/>
              </p:custDataLst>
            </p:nvPr>
          </p:nvSpPr>
          <p:spPr>
            <a:xfrm>
              <a:off x="7325" y="2997"/>
              <a:ext cx="4894" cy="1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0000"/>
                  </a:solidFill>
                </a14:hiddenFill>
              </a:ext>
            </a:extLst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С</a:t>
              </a:r>
              <a:r>
                <a:rPr 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истема управления базами данных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+mj-lt"/>
                <a:sym typeface="+mn-ea"/>
              </a:endParaRPr>
            </a:p>
          </p:txBody>
        </p:sp>
      </p:grpSp>
      <p:sp>
        <p:nvSpPr>
          <p:cNvPr id="34" name="矩形 33"/>
          <p:cNvSpPr/>
          <p:nvPr>
            <p:custDataLst>
              <p:tags r:id="rId13"/>
            </p:custDataLst>
          </p:nvPr>
        </p:nvSpPr>
        <p:spPr>
          <a:xfrm>
            <a:off x="6830113" y="1902805"/>
            <a:ext cx="727653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4" name="Группа 3"/>
          <p:cNvGrpSpPr/>
          <p:nvPr>
            <p:custDataLst>
              <p:tags r:id="rId14"/>
            </p:custDataLst>
          </p:nvPr>
        </p:nvGrpSpPr>
        <p:grpSpPr>
          <a:xfrm>
            <a:off x="8184515" y="1712595"/>
            <a:ext cx="3319780" cy="2156460"/>
            <a:chOff x="12889" y="2697"/>
            <a:chExt cx="5228" cy="3396"/>
          </a:xfrm>
        </p:grpSpPr>
        <p:sp>
          <p:nvSpPr>
            <p:cNvPr id="35" name="矩形: 圆角 22"/>
            <p:cNvSpPr/>
            <p:nvPr>
              <p:custDataLst>
                <p:tags r:id="rId15"/>
              </p:custDataLst>
            </p:nvPr>
          </p:nvSpPr>
          <p:spPr>
            <a:xfrm>
              <a:off x="12889" y="2697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 u="sng"/>
            </a:p>
          </p:txBody>
        </p:sp>
        <p:sp>
          <p:nvSpPr>
            <p:cNvPr id="36" name="矩形 35"/>
            <p:cNvSpPr/>
            <p:nvPr>
              <p:custDataLst>
                <p:tags r:id="rId16"/>
              </p:custDataLst>
            </p:nvPr>
          </p:nvSpPr>
          <p:spPr>
            <a:xfrm>
              <a:off x="13214" y="4383"/>
              <a:ext cx="4828" cy="141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32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G++, Clang++</a:t>
              </a:r>
              <a:endParaRPr lang="en-US" sz="32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37" name="矩形 36"/>
            <p:cNvSpPr/>
            <p:nvPr>
              <p:custDataLst>
                <p:tags r:id="rId17"/>
              </p:custDataLst>
            </p:nvPr>
          </p:nvSpPr>
          <p:spPr>
            <a:xfrm>
              <a:off x="13214" y="2997"/>
              <a:ext cx="4480" cy="152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u="sng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К</a:t>
              </a:r>
              <a:r>
                <a:rPr lang="en-US" sz="2000" u="sng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омпиляторы</a:t>
              </a:r>
              <a:endParaRPr lang="en-US" sz="2000" b="1" u="sng" dirty="0">
                <a:ln>
                  <a:noFill/>
                  <a:prstDash val="sysDot"/>
                </a:ln>
                <a:solidFill>
                  <a:srgbClr val="FF0000"/>
                </a:solidFill>
                <a:latin typeface="+mj-lt"/>
                <a:sym typeface="+mn-ea"/>
              </a:endParaRPr>
            </a:p>
          </p:txBody>
        </p:sp>
        <p:sp>
          <p:nvSpPr>
            <p:cNvPr id="38" name="矩形 37"/>
            <p:cNvSpPr/>
            <p:nvPr>
              <p:custDataLst>
                <p:tags r:id="rId18"/>
              </p:custDataLst>
            </p:nvPr>
          </p:nvSpPr>
          <p:spPr>
            <a:xfrm>
              <a:off x="16645" y="2997"/>
              <a:ext cx="1146" cy="9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endParaRPr lang="en-US" sz="3200" b="1" dirty="0">
                <a:solidFill>
                  <a:schemeClr val="accent1"/>
                </a:solidFill>
                <a:latin typeface="+mn-ea"/>
              </a:endParaRPr>
            </a:p>
          </p:txBody>
        </p:sp>
      </p:grpSp>
      <p:grpSp>
        <p:nvGrpSpPr>
          <p:cNvPr id="5" name="Группа 4"/>
          <p:cNvGrpSpPr/>
          <p:nvPr>
            <p:custDataLst>
              <p:tags r:id="rId19"/>
            </p:custDataLst>
          </p:nvPr>
        </p:nvGrpSpPr>
        <p:grpSpPr>
          <a:xfrm>
            <a:off x="703580" y="4142740"/>
            <a:ext cx="3319780" cy="2156460"/>
            <a:chOff x="1108" y="6524"/>
            <a:chExt cx="5228" cy="3396"/>
          </a:xfrm>
        </p:grpSpPr>
        <p:sp>
          <p:nvSpPr>
            <p:cNvPr id="40" name="矩形: 圆角 39"/>
            <p:cNvSpPr/>
            <p:nvPr>
              <p:custDataLst>
                <p:tags r:id="rId20"/>
              </p:custDataLst>
            </p:nvPr>
          </p:nvSpPr>
          <p:spPr>
            <a:xfrm>
              <a:off x="1108" y="6524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39" name="矩形 38"/>
            <p:cNvSpPr/>
            <p:nvPr>
              <p:custDataLst>
                <p:tags r:id="rId21"/>
              </p:custDataLst>
            </p:nvPr>
          </p:nvSpPr>
          <p:spPr>
            <a:xfrm>
              <a:off x="1434" y="8188"/>
              <a:ext cx="4577" cy="1430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 lnSpcReduction="10000"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 GNU Make</a:t>
              </a:r>
              <a:endParaRPr lang="en-US" sz="40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41" name="矩形 40"/>
            <p:cNvSpPr/>
            <p:nvPr>
              <p:custDataLst>
                <p:tags r:id="rId22"/>
              </p:custDataLst>
            </p:nvPr>
          </p:nvSpPr>
          <p:spPr>
            <a:xfrm>
              <a:off x="1434" y="6822"/>
              <a:ext cx="4752" cy="1367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С</a:t>
              </a:r>
              <a:r>
                <a:rPr 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истема сборки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+mj-lt"/>
                <a:sym typeface="+mn-ea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23"/>
              </p:custDataLst>
            </p:nvPr>
          </p:nvSpPr>
          <p:spPr>
            <a:xfrm>
              <a:off x="4865" y="6822"/>
              <a:ext cx="1146" cy="930"/>
            </a:xfrm>
            <a:prstGeom prst="rect">
              <a:avLst/>
            </a:prstGeom>
            <a:noFill/>
          </p:spPr>
          <p:txBody>
            <a:bodyPr wrap="none" lIns="0" tIns="0" rIns="0" bIns="0" rtlCol="0" anchor="ctr" anchorCtr="0">
              <a:noAutofit/>
            </a:bodyPr>
            <a:p>
              <a:pPr algn="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endParaRPr lang="en-US" sz="3200" b="1" dirty="0">
                <a:solidFill>
                  <a:schemeClr val="accent1"/>
                </a:solidFill>
                <a:latin typeface="+mn-ea"/>
              </a:endParaRPr>
            </a:p>
          </p:txBody>
        </p:sp>
      </p:grpSp>
      <p:grpSp>
        <p:nvGrpSpPr>
          <p:cNvPr id="7" name="Группа 6"/>
          <p:cNvGrpSpPr/>
          <p:nvPr>
            <p:custDataLst>
              <p:tags r:id="rId24"/>
            </p:custDataLst>
          </p:nvPr>
        </p:nvGrpSpPr>
        <p:grpSpPr>
          <a:xfrm>
            <a:off x="4444365" y="4142740"/>
            <a:ext cx="3319780" cy="2156460"/>
            <a:chOff x="6999" y="6524"/>
            <a:chExt cx="5228" cy="3396"/>
          </a:xfrm>
        </p:grpSpPr>
        <p:sp>
          <p:nvSpPr>
            <p:cNvPr id="45" name="矩形: 圆角 44"/>
            <p:cNvSpPr/>
            <p:nvPr>
              <p:custDataLst>
                <p:tags r:id="rId25"/>
              </p:custDataLst>
            </p:nvPr>
          </p:nvSpPr>
          <p:spPr>
            <a:xfrm>
              <a:off x="6999" y="6524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3" name="矩形 42"/>
            <p:cNvSpPr/>
            <p:nvPr>
              <p:custDataLst>
                <p:tags r:id="rId26"/>
              </p:custDataLst>
            </p:nvPr>
          </p:nvSpPr>
          <p:spPr>
            <a:xfrm>
              <a:off x="7325" y="7836"/>
              <a:ext cx="4577" cy="178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4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 Git</a:t>
              </a:r>
              <a:endParaRPr lang="en-US" sz="44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44" name="矩形 43"/>
            <p:cNvSpPr/>
            <p:nvPr>
              <p:custDataLst>
                <p:tags r:id="rId27"/>
              </p:custDataLst>
            </p:nvPr>
          </p:nvSpPr>
          <p:spPr>
            <a:xfrm>
              <a:off x="8194" y="7093"/>
              <a:ext cx="3150" cy="930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 lnSpcReduction="10000"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С</a:t>
              </a:r>
              <a:r>
                <a:rPr 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истема контроля версий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+mj-lt"/>
                <a:sym typeface="+mn-ea"/>
              </a:endParaRPr>
            </a:p>
          </p:txBody>
        </p:sp>
      </p:grpSp>
      <p:sp>
        <p:nvSpPr>
          <p:cNvPr id="46" name="矩形 45"/>
          <p:cNvSpPr/>
          <p:nvPr>
            <p:custDataLst>
              <p:tags r:id="rId28"/>
            </p:custDataLst>
          </p:nvPr>
        </p:nvSpPr>
        <p:spPr>
          <a:xfrm>
            <a:off x="6830113" y="4331701"/>
            <a:ext cx="727653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  <p:grpSp>
        <p:nvGrpSpPr>
          <p:cNvPr id="8" name="Группа 7"/>
          <p:cNvGrpSpPr/>
          <p:nvPr>
            <p:custDataLst>
              <p:tags r:id="rId29"/>
            </p:custDataLst>
          </p:nvPr>
        </p:nvGrpSpPr>
        <p:grpSpPr>
          <a:xfrm>
            <a:off x="8175625" y="4142740"/>
            <a:ext cx="3319780" cy="2156460"/>
            <a:chOff x="12875" y="6524"/>
            <a:chExt cx="5228" cy="3396"/>
          </a:xfrm>
        </p:grpSpPr>
        <p:sp>
          <p:nvSpPr>
            <p:cNvPr id="50" name="矩形: 圆角 49"/>
            <p:cNvSpPr/>
            <p:nvPr>
              <p:custDataLst>
                <p:tags r:id="rId30"/>
              </p:custDataLst>
            </p:nvPr>
          </p:nvSpPr>
          <p:spPr>
            <a:xfrm>
              <a:off x="12875" y="6524"/>
              <a:ext cx="5229" cy="3397"/>
            </a:xfrm>
            <a:prstGeom prst="roundRect">
              <a:avLst>
                <a:gd name="adj" fmla="val 5275"/>
              </a:avLst>
            </a:prstGeom>
            <a:solidFill>
              <a:srgbClr val="FFFFFF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en-US"/>
            </a:p>
          </p:txBody>
        </p:sp>
        <p:sp>
          <p:nvSpPr>
            <p:cNvPr id="47" name="矩形 46"/>
            <p:cNvSpPr/>
            <p:nvPr>
              <p:custDataLst>
                <p:tags r:id="rId31"/>
              </p:custDataLst>
            </p:nvPr>
          </p:nvSpPr>
          <p:spPr>
            <a:xfrm>
              <a:off x="13201" y="7836"/>
              <a:ext cx="4577" cy="1782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normAutofit/>
            </a:bodyPr>
            <a:p>
              <a:pPr algn="ctr">
                <a:lnSpc>
                  <a:spcPct val="150000"/>
                </a:lnSpc>
                <a:spcBef>
                  <a:spcPct val="0"/>
                </a:spcBef>
                <a:spcAft>
                  <a:spcPct val="0"/>
                </a:spcAft>
              </a:pPr>
              <a:r>
                <a:rPr lang="en-US" sz="4000" dirty="0">
                  <a:ln>
                    <a:noFill/>
                    <a:prstDash val="sysDot"/>
                  </a:ln>
                  <a:solidFill>
                    <a:srgbClr val="212121"/>
                  </a:solidFill>
                  <a:latin typeface="+mn-lt"/>
                </a:rPr>
                <a:t> GitHub</a:t>
              </a:r>
              <a:endParaRPr lang="en-US" sz="4000" dirty="0">
                <a:ln>
                  <a:noFill/>
                  <a:prstDash val="sysDot"/>
                </a:ln>
                <a:solidFill>
                  <a:srgbClr val="212121"/>
                </a:solidFill>
                <a:latin typeface="+mn-lt"/>
              </a:endParaRPr>
            </a:p>
          </p:txBody>
        </p:sp>
        <p:sp>
          <p:nvSpPr>
            <p:cNvPr id="48" name="矩形 47"/>
            <p:cNvSpPr/>
            <p:nvPr>
              <p:custDataLst>
                <p:tags r:id="rId32"/>
              </p:custDataLst>
            </p:nvPr>
          </p:nvSpPr>
          <p:spPr>
            <a:xfrm>
              <a:off x="13201" y="7008"/>
              <a:ext cx="4734" cy="1015"/>
            </a:xfrm>
            <a:prstGeom prst="rect">
              <a:avLst/>
            </a:prstGeom>
            <a:noFill/>
          </p:spPr>
          <p:txBody>
            <a:bodyPr wrap="square" lIns="0" tIns="0" rIns="0" bIns="0" rtlCol="0" anchor="ctr" anchorCtr="0">
              <a:normAutofit/>
            </a:bodyPr>
            <a:p>
              <a:pPr algn="ctr">
                <a:spcBef>
                  <a:spcPct val="0"/>
                </a:spcBef>
                <a:spcAft>
                  <a:spcPct val="0"/>
                </a:spcAft>
                <a:buClr>
                  <a:schemeClr val="accent1"/>
                </a:buClr>
                <a:buSzPct val="70000"/>
              </a:pPr>
              <a:r>
                <a:rPr lang="ru-RU" alt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П</a:t>
              </a:r>
              <a:r>
                <a:rPr lang="en-US" sz="2000" dirty="0">
                  <a:ln>
                    <a:noFill/>
                    <a:prstDash val="sysDot"/>
                  </a:ln>
                  <a:solidFill>
                    <a:srgbClr val="FF0000"/>
                  </a:solidFill>
                  <a:sym typeface="+mn-ea"/>
                </a:rPr>
                <a:t>латформа для удалённого репозитория</a:t>
              </a:r>
              <a:endParaRPr lang="en-US" sz="2000" b="1" dirty="0">
                <a:ln>
                  <a:noFill/>
                  <a:prstDash val="sysDot"/>
                </a:ln>
                <a:solidFill>
                  <a:srgbClr val="FF0000"/>
                </a:solidFill>
                <a:latin typeface="+mj-lt"/>
                <a:sym typeface="+mn-ea"/>
              </a:endParaRPr>
            </a:p>
          </p:txBody>
        </p:sp>
      </p:grpSp>
      <p:sp>
        <p:nvSpPr>
          <p:cNvPr id="49" name="矩形 48"/>
          <p:cNvSpPr/>
          <p:nvPr>
            <p:custDataLst>
              <p:tags r:id="rId33"/>
            </p:custDataLst>
          </p:nvPr>
        </p:nvSpPr>
        <p:spPr>
          <a:xfrm>
            <a:off x="10561406" y="4331701"/>
            <a:ext cx="727652" cy="590727"/>
          </a:xfrm>
          <a:prstGeom prst="rect">
            <a:avLst/>
          </a:prstGeom>
          <a:noFill/>
        </p:spPr>
        <p:txBody>
          <a:bodyPr wrap="none" lIns="0" tIns="0" rIns="0" bIns="0" rtlCol="0" anchor="ctr" anchorCtr="0">
            <a:noAutofit/>
          </a:bodyPr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endParaRPr lang="en-US" sz="3200" b="1" dirty="0">
              <a:solidFill>
                <a:schemeClr val="accent1"/>
              </a:solidFill>
              <a:latin typeface="+mn-ea"/>
            </a:endParaRPr>
          </a:p>
        </p:txBody>
      </p:sp>
    </p:spTree>
    <p:custDataLst>
      <p:tags r:id="rId3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0000"/>
            </a:gs>
            <a:gs pos="100000">
              <a:schemeClr val="bg1">
                <a:lumMod val="8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/>
      <p:pic>
        <p:nvPicPr>
          <p:cNvPr id="2" name="Изображение 1" descr="IMG_20251104_172349_856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010" y="1228725"/>
            <a:ext cx="5720715" cy="4401185"/>
          </a:xfrm>
          <a:prstGeom prst="rect">
            <a:avLst/>
          </a:prstGeom>
        </p:spPr>
      </p:pic>
      <p:pic>
        <p:nvPicPr>
          <p:cNvPr id="3" name="Изображение 2" descr="1ce7da86-f43b-4226-8990-8ce5aff055cc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465" y="1029335"/>
            <a:ext cx="4981575" cy="4800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 advClick="0">
        <p:fade/>
      </p:transition>
    </mc:Choice>
    <mc:Fallback>
      <p:transition spd="med" advClick="0">
        <p:fade/>
      </p:transition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VALUE" val="1904*144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custom20238265_1*d*1"/>
  <p:tag name="KSO_WM_TEMPLATE_CATEGORY" val="custom"/>
  <p:tag name="KSO_WM_TEMPLATE_INDEX" val="20238265"/>
  <p:tag name="KSO_WM_UNIT_LAYERLEVEL" val="1"/>
  <p:tag name="KSO_WM_TAG_VERSION" val="3.0"/>
  <p:tag name="KSO_WM_UNIT_LINE_FORE_SCHEMECOLOR_INDEX" val="13"/>
  <p:tag name="KSO_WM_UNIT_LINE_FILL_TYPE" val="2"/>
  <p:tag name="KSO_WM_UNIT_USESOURCEFORMAT_APPLY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1"/>
  <p:tag name="KSO_WM_UNIT_ID" val="custom20238363_1*i*1"/>
  <p:tag name="KSO_WM_TEMPLATE_CATEGORY" val="custom"/>
  <p:tag name="KSO_WM_TEMPLATE_INDEX" val="20238363"/>
  <p:tag name="KSO_WM_UNIT_LAYERLEVEL" val="1"/>
  <p:tag name="KSO_WM_TAG_VERSION" val="3.0"/>
  <p:tag name="KSO_WM_BEAUTIFY_FLAG" val="#wm#"/>
  <p:tag name="KSO_WM_UNIT_FILL_FORE_SCHEMECOLOR_INDEX" val="5"/>
  <p:tag name="KSO_WM_UNIT_FILL_TYPE" val="1"/>
  <p:tag name="KSO_WM_UNIT_TEXT_FILL_FORE_SCHEMECOLOR_INDEX" val="2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2"/>
  <p:tag name="KSO_WM_UNIT_ID" val="custom20238363_1*i*2"/>
  <p:tag name="KSO_WM_TEMPLATE_CATEGORY" val="custom"/>
  <p:tag name="KSO_WM_TEMPLATE_INDEX" val="20238363"/>
  <p:tag name="KSO_WM_UNIT_LAYERLEVEL" val="1"/>
  <p:tag name="KSO_WM_TAG_VERSION" val="3.0"/>
  <p:tag name="KSO_WM_BEAUTIFY_FLAG" val="#wm#"/>
  <p:tag name="KSO_WM_UNIT_FILL_FORE_SCHEMECOLOR_INDEX" val="14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TEMPLATE_CATEGORY" val="custom"/>
  <p:tag name="KSO_WM_UNIT_LAYERLEVEL" val="1"/>
  <p:tag name="KSO_WM_TAG_VERSION" val="3.0"/>
  <p:tag name="KSO_WM_BEAUTIFY_FLAG" val="#wm#"/>
  <p:tag name="KSO_WM_TEMPLATE_INDEX" val="20238363"/>
  <p:tag name="KSO_WM_UNIT_ID" val="custom20238363_1*a*1"/>
  <p:tag name="KSO_WM_UNIT_PRESET_TEXT" val="The title goes here"/>
  <p:tag name="KSO_WM_UNIT_TEXT_FILL_FORE_SCHEMECOLOR_INDEX" val="2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10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ID" val="diagram20238371_1*l_h_i*1_1_2"/>
  <p:tag name="KSO_WM_TEMPLATE_CATEGORY" val="diagram"/>
  <p:tag name="KSO_WM_TEMPLATE_INDEX" val="20238371"/>
  <p:tag name="KSO_WM_UNIT_LAYERLEVEL" val="1_1_1"/>
  <p:tag name="KSO_WM_TAG_VERSION" val="3.0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71_1*l_h_f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2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71_1*l_h_a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371_1*l_h_i*1_1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15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71_1*l_h_i*1_2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71_1*l_h_f*1_2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17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71_1*l_h_a*1_2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371_1*l_h_i*1_2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20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2"/>
  <p:tag name="KSO_WM_UNIT_ID" val="diagram20238371_1*l_h_i*1_3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3_1"/>
  <p:tag name="KSO_WM_UNIT_ID" val="diagram20238371_1*l_h_f*1_3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22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238371_1*l_h_a*1_3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371_1*l_h_i*1_3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25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4_2"/>
  <p:tag name="KSO_WM_UNIT_ID" val="diagram20238371_1*l_h_i*1_4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26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4_1"/>
  <p:tag name="KSO_WM_UNIT_ID" val="diagram20238371_1*l_h_f*1_4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27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4_1"/>
  <p:tag name="KSO_WM_UNIT_ID" val="diagram20238371_1*l_h_a*1_4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371_1*l_h_i*1_4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29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30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5_2"/>
  <p:tag name="KSO_WM_UNIT_ID" val="diagram20238371_1*l_h_i*1_5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1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5_1"/>
  <p:tag name="KSO_WM_UNIT_ID" val="diagram20238371_1*l_h_f*1_5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2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5_1"/>
  <p:tag name="KSO_WM_UNIT_ID" val="diagram20238371_1*l_h_a*1_5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371_1*l_h_i*1_5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DIAGRAM_VIRTUALLY_FRAME" val="{&quot;height&quot;:361.18909440168244,&quot;left&quot;:54.75,&quot;top&quot;:134.82700787401575,&quot;width&quot;:851.1313385826772}"/>
</p:tagLst>
</file>

<file path=ppt/tags/tag35.xml><?xml version="1.0" encoding="utf-8"?>
<p:tagLst xmlns:p="http://schemas.openxmlformats.org/presentationml/2006/main">
  <p:tag name="KSO_WM_UNIT_FILL_FORE_SCHEMECOLOR_INDEX" val="14"/>
  <p:tag name="KSO_WM_UNIT_FILL_FORE_SCHEMECOLOR_INDEX_BRIGHTNESS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6_2"/>
  <p:tag name="KSO_WM_UNIT_ID" val="diagram20238371_1*l_h_i*1_6_2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LINE_FORE_SCHEMECOLOR_INDEX" val="5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212121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TYPE" val="1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7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6_1"/>
  <p:tag name="KSO_WM_UNIT_ID" val="diagram20238371_1*l_h_f*1_6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Click here to add text"/>
  <p:tag name="KSO_WM_UNIT_USESOURCEFORMAT_APPLY" val="1"/>
</p:tagLst>
</file>

<file path=ppt/tags/tag37.xml><?xml version="1.0" encoding="utf-8"?>
<p:tagLst xmlns:p="http://schemas.openxmlformats.org/presentationml/2006/main"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6_1"/>
  <p:tag name="KSO_WM_UNIT_ID" val="diagram20238371_1*l_h_a*1_6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DIAGRAM_MAX_ITEMCNT" val="6"/>
  <p:tag name="KSO_WM_DIAGRAM_MIN_ITEMCNT" val="6"/>
  <p:tag name="KSO_WM_DIAGRAM_VIRTUALLY_FRAME" val="{&quot;height&quot;:361.18909440168244,&quot;left&quot;:54.75,&quot;top&quot;:134.82700787401575,&quot;width&quot;:851.131338582677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6_1"/>
  <p:tag name="KSO_WM_UNIT_ID" val="diagram20238371_1*l_h_i*1_6_1"/>
  <p:tag name="KSO_WM_TEMPLATE_CATEGORY" val="diagram"/>
  <p:tag name="KSO_WM_TEMPLATE_INDEX" val="20238371"/>
  <p:tag name="KSO_WM_UNIT_LAYERLEVEL" val="1_1_1"/>
  <p:tag name="KSO_WM_TAG_VERSION" val="3.0"/>
  <p:tag name="KSO_WM_BEAUTIFY_FLAG" val="#wm#"/>
  <p:tag name="KSO_WM_UNIT_PRESET_TEXT" val="06"/>
  <p:tag name="KSO_WM_UNIT_TEXT_FILL_FORE_SCHEMECOLOR_INDEX" val="1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BEAUTIFY_FLAG" val="#wm#"/>
  <p:tag name="KSO_WM_TEMPLATE_CATEGORY" val="custom"/>
  <p:tag name="KSO_WM_TEMPLATE_MASTER_TYPE" val="0"/>
  <p:tag name="KSO_WM_TEMPLATE_COLOR_TYPE" val="0"/>
  <p:tag name="KSO_WM_DIAGRAM_GROUP_CODE" val="l1-1"/>
  <p:tag name="KSO_WM_SLIDE_DIAGTYPE" val="l"/>
  <p:tag name="KSO_WM_SLIDE_LAYOUT" val="a_l"/>
  <p:tag name="KSO_WM_SLIDE_LAYOUT_CNT" val="1_1"/>
  <p:tag name="KSO_WM_SLIDE_TYPE" val="text"/>
  <p:tag name="KSO_WM_SLIDE_SUBTYPE" val="picTxt"/>
  <p:tag name="KSO_WM_SLIDE_SIZE" val="851.107*361.093"/>
  <p:tag name="KSO_WM_SLIDE_POSITION" val="54.75*134.907"/>
  <p:tag name="KSO_WM_TEMPLATE_INDEX" val="20238363"/>
  <p:tag name="KSO_WM_TEMPLATE_SUBCATEGORY" val="0"/>
  <p:tag name="KSO_WM_SLIDE_INDEX" val="1"/>
  <p:tag name="KSO_WM_TAG_VERSION" val="3.0"/>
  <p:tag name="KSO_WM_SLIDE_ID" val="custom20238363_1"/>
  <p:tag name="KSO_WM_SLIDE_ITEM_CNT" val="6"/>
  <p:tag name="KSO_WM_SPECIAL_SOURCE" val="bdnull"/>
</p:tagLst>
</file>

<file path=ppt/tags/tag40.xml><?xml version="1.0" encoding="utf-8"?>
<p:tagLst xmlns:p="http://schemas.openxmlformats.org/presentationml/2006/main">
  <p:tag name="KSO_WM_BEAUTIFY_FLAG" val="#wm#"/>
  <p:tag name="KSO_WM_TEMPLATE_CATEGORY" val="custom"/>
  <p:tag name="KSO_WM_TEMPLATE_INDEX" val="20238363"/>
</p:tagLst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349</Words>
  <Application>WPS Presentation</Application>
  <PresentationFormat>Широкоэкранный</PresentationFormat>
  <Paragraphs>37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0" baseType="lpstr">
      <vt:lpstr>Arial</vt:lpstr>
      <vt:lpstr>SimSun</vt:lpstr>
      <vt:lpstr>Wingdings</vt:lpstr>
      <vt:lpstr>Bahnschrift SemiBold</vt:lpstr>
      <vt:lpstr>Times New Roman</vt:lpstr>
      <vt:lpstr>Arial Black</vt:lpstr>
      <vt:lpstr>Calibri</vt:lpstr>
      <vt:lpstr>Microsoft YaHei</vt:lpstr>
      <vt:lpstr>Arial Unicode MS</vt:lpstr>
      <vt:lpstr>Calibri Light</vt:lpstr>
      <vt:lpstr>Nunito Sans ExtraBold</vt:lpstr>
      <vt:lpstr>Segoe Print</vt:lpstr>
      <vt:lpstr>Nunito Sans</vt:lpstr>
      <vt:lpstr>Manrope ExtraBold</vt:lpstr>
      <vt:lpstr>Lato</vt:lpstr>
      <vt:lpstr>Тема Office</vt:lpstr>
      <vt:lpstr>ПРОЕКТ “ПОЕЗДА РЖД”</vt:lpstr>
      <vt:lpstr>PowerPoint 演示文稿</vt:lpstr>
      <vt:lpstr>Испольуемые инструменты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 “Поезда РЖД”</dc:title>
  <dc:creator>Бумбу Вероника Николаевна</dc:creator>
  <cp:lastModifiedBy>WPS_1759656145</cp:lastModifiedBy>
  <cp:revision>10</cp:revision>
  <dcterms:created xsi:type="dcterms:W3CDTF">2025-10-31T06:50:00Z</dcterms:created>
  <dcterms:modified xsi:type="dcterms:W3CDTF">2025-11-05T19:02:21Z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1A273F2E918C4EF3B65D6532CC4EAEE4_13</vt:lpwstr>
  </property>
  <property fmtid="{D5CDD505-2E9C-101B-9397-08002B2CF9AE}" pid="3" name="KSOProductBuildVer">
    <vt:lpwstr>1049-12.2.0.23131</vt:lpwstr>
  </property>
</Properties>
</file>